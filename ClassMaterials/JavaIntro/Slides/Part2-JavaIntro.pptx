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333" r:id="rId2"/>
    <p:sldId id="350" r:id="rId3"/>
    <p:sldId id="335" r:id="rId4"/>
    <p:sldId id="336" r:id="rId5"/>
    <p:sldId id="337" r:id="rId6"/>
    <p:sldId id="338" r:id="rId7"/>
    <p:sldId id="339" r:id="rId8"/>
    <p:sldId id="340" r:id="rId9"/>
    <p:sldId id="351" r:id="rId10"/>
    <p:sldId id="345" r:id="rId11"/>
    <p:sldId id="347" r:id="rId12"/>
    <p:sldId id="346" r:id="rId13"/>
    <p:sldId id="348" r:id="rId14"/>
    <p:sldId id="349" r:id="rId15"/>
    <p:sldId id="353" r:id="rId16"/>
  </p:sldIdLst>
  <p:sldSz cx="9144000" cy="6858000" type="screen4x3"/>
  <p:notesSz cx="6858000" cy="9144000"/>
  <p:defaultTextStyle>
    <a:lvl1pPr algn="ctr">
      <a:defRPr sz="3200">
        <a:latin typeface="Calibri"/>
        <a:ea typeface="Calibri"/>
        <a:cs typeface="Calibri"/>
        <a:sym typeface="Calibri"/>
      </a:defRPr>
    </a:lvl1pPr>
    <a:lvl2pPr indent="457200" algn="ctr">
      <a:defRPr sz="3200">
        <a:latin typeface="Calibri"/>
        <a:ea typeface="Calibri"/>
        <a:cs typeface="Calibri"/>
        <a:sym typeface="Calibri"/>
      </a:defRPr>
    </a:lvl2pPr>
    <a:lvl3pPr indent="914400" algn="ctr">
      <a:defRPr sz="3200">
        <a:latin typeface="Calibri"/>
        <a:ea typeface="Calibri"/>
        <a:cs typeface="Calibri"/>
        <a:sym typeface="Calibri"/>
      </a:defRPr>
    </a:lvl3pPr>
    <a:lvl4pPr indent="1371600" algn="ctr">
      <a:defRPr sz="3200">
        <a:latin typeface="Calibri"/>
        <a:ea typeface="Calibri"/>
        <a:cs typeface="Calibri"/>
        <a:sym typeface="Calibri"/>
      </a:defRPr>
    </a:lvl4pPr>
    <a:lvl5pPr indent="1828800" algn="ctr">
      <a:defRPr sz="3200">
        <a:latin typeface="Calibri"/>
        <a:ea typeface="Calibri"/>
        <a:cs typeface="Calibri"/>
        <a:sym typeface="Calibri"/>
      </a:defRPr>
    </a:lvl5pPr>
    <a:lvl6pPr indent="2286000" algn="ctr">
      <a:defRPr sz="3200">
        <a:latin typeface="Calibri"/>
        <a:ea typeface="Calibri"/>
        <a:cs typeface="Calibri"/>
        <a:sym typeface="Calibri"/>
      </a:defRPr>
    </a:lvl6pPr>
    <a:lvl7pPr indent="2743200" algn="ctr">
      <a:defRPr sz="3200">
        <a:latin typeface="Calibri"/>
        <a:ea typeface="Calibri"/>
        <a:cs typeface="Calibri"/>
        <a:sym typeface="Calibri"/>
      </a:defRPr>
    </a:lvl7pPr>
    <a:lvl8pPr indent="3200400" algn="ctr">
      <a:defRPr sz="3200">
        <a:latin typeface="Calibri"/>
        <a:ea typeface="Calibri"/>
        <a:cs typeface="Calibri"/>
        <a:sym typeface="Calibri"/>
      </a:defRPr>
    </a:lvl8pPr>
    <a:lvl9pPr indent="3657600" algn="ctr">
      <a:defRPr sz="3200">
        <a:latin typeface="Calibri"/>
        <a:ea typeface="Calibri"/>
        <a:cs typeface="Calibri"/>
        <a:sym typeface="Calibri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0D9E2BC-5450-4B33-8E92-5911CF04D6E3}" v="13" dt="2023-11-21T15:10:16.675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n" i="on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CFD7E7"/>
          </a:solidFill>
        </a:fill>
      </a:tcStyle>
    </a:wholeTbl>
    <a:band2H>
      <a:tcTxStyle/>
      <a:tcStyle>
        <a:tcBdr/>
        <a:fill>
          <a:solidFill>
            <a:srgbClr val="E8ECF4"/>
          </a:solidFill>
        </a:fill>
      </a:tcStyle>
    </a:band2H>
    <a:firstCol>
      <a:tcTxStyle b="on" i="on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4F81BD"/>
          </a:solidFill>
        </a:fill>
      </a:tcStyle>
    </a:firstCol>
    <a:lastRow>
      <a:tcTxStyle b="on" i="on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381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4F81BD"/>
          </a:solidFill>
        </a:fill>
      </a:tcStyle>
    </a:lastRow>
    <a:firstRow>
      <a:tcTxStyle b="on" i="on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381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4F81BD"/>
          </a:solidFill>
        </a:fill>
      </a:tcStyle>
    </a:firstRow>
  </a:tblStyle>
  <a:tblStyle styleId="{C7B018BB-80A7-4F77-B60F-C8B233D01FF8}" styleName="">
    <a:tblBg/>
    <a:wholeTbl>
      <a:tcTxStyle b="on" i="on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DEE7D0"/>
          </a:solidFill>
        </a:fill>
      </a:tcStyle>
    </a:wholeTbl>
    <a:band2H>
      <a:tcTxStyle/>
      <a:tcStyle>
        <a:tcBdr/>
        <a:fill>
          <a:solidFill>
            <a:srgbClr val="EFF3E9"/>
          </a:solidFill>
        </a:fill>
      </a:tcStyle>
    </a:band2H>
    <a:firstCol>
      <a:tcTxStyle b="on" i="on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9BBB59"/>
          </a:solidFill>
        </a:fill>
      </a:tcStyle>
    </a:firstCol>
    <a:lastRow>
      <a:tcTxStyle b="on" i="on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381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9BBB59"/>
          </a:solidFill>
        </a:fill>
      </a:tcStyle>
    </a:lastRow>
    <a:firstRow>
      <a:tcTxStyle b="on" i="on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381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9BBB59"/>
          </a:solidFill>
        </a:fill>
      </a:tcStyle>
    </a:firstRow>
  </a:tblStyle>
  <a:tblStyle styleId="{EEE7283C-3CF3-47DC-8721-378D4A62B228}" styleName="">
    <a:tblBg/>
    <a:wholeTbl>
      <a:tcTxStyle b="on" i="on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FCDCCE"/>
          </a:solidFill>
        </a:fill>
      </a:tcStyle>
    </a:wholeTbl>
    <a:band2H>
      <a:tcTxStyle/>
      <a:tcStyle>
        <a:tcBdr/>
        <a:fill>
          <a:solidFill>
            <a:srgbClr val="FDEEE8"/>
          </a:solidFill>
        </a:fill>
      </a:tcStyle>
    </a:band2H>
    <a:firstCol>
      <a:tcTxStyle b="on" i="on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F79646"/>
          </a:solidFill>
        </a:fill>
      </a:tcStyle>
    </a:firstCol>
    <a:lastRow>
      <a:tcTxStyle b="on" i="on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381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F79646"/>
          </a:solidFill>
        </a:fill>
      </a:tcStyle>
    </a:lastRow>
    <a:firstRow>
      <a:tcTxStyle b="on" i="on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381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F79646"/>
          </a:solidFill>
        </a:fill>
      </a:tcStyle>
    </a:firstRow>
  </a:tblStyle>
  <a:tblStyle styleId="{CF821DB8-F4EB-4A41-A1BA-3FCAFE7338EE}" styleName="">
    <a:tblBg/>
    <a:wholeTbl>
      <a:tcTxStyle b="on" i="on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n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4F81BD"/>
          </a:solidFill>
        </a:fill>
      </a:tcStyle>
    </a:firstCol>
    <a:lastRow>
      <a:tcTxStyle b="on" i="on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bevel/>
            </a:ln>
          </a:top>
          <a:bottom>
            <a:ln w="25400" cap="flat">
              <a:solidFill>
                <a:srgbClr val="000000"/>
              </a:solidFill>
              <a:prstDash val="solid"/>
              <a:bevel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n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bevel/>
            </a:ln>
          </a:top>
          <a:bottom>
            <a:ln w="25400" cap="flat">
              <a:solidFill>
                <a:srgbClr val="000000"/>
              </a:solidFill>
              <a:prstDash val="solid"/>
              <a:bevel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4F81BD"/>
          </a:solidFill>
        </a:fill>
      </a:tcStyle>
    </a:firstRow>
  </a:tblStyle>
  <a:tblStyle styleId="{33BA23B1-9221-436E-865A-0063620EA4FD}" styleName="">
    <a:tblBg/>
    <a:wholeTbl>
      <a:tcTxStyle b="on" i="on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n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/>
        </a:fill>
      </a:tcStyle>
    </a:firstCol>
    <a:lastRow>
      <a:tcTxStyle b="on" i="on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381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/>
        </a:fill>
      </a:tcStyle>
    </a:lastRow>
    <a:firstRow>
      <a:tcTxStyle b="on" i="on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381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/>
        </a:fill>
      </a:tcStyle>
    </a:firstRow>
  </a:tblStyle>
  <a:tblStyle styleId="{2708684C-4D16-4618-839F-0558EEFCDFE6}" styleName="">
    <a:tblBg/>
    <a:wholeTbl>
      <a:tcTxStyle b="on" i="on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bevel/>
            </a:ln>
          </a:left>
          <a:right>
            <a:ln w="12700" cap="flat">
              <a:solidFill>
                <a:srgbClr val="000000"/>
              </a:solidFill>
              <a:prstDash val="solid"/>
              <a:bevel/>
            </a:ln>
          </a:right>
          <a:top>
            <a:ln w="12700" cap="flat">
              <a:solidFill>
                <a:srgbClr val="000000"/>
              </a:solidFill>
              <a:prstDash val="solid"/>
              <a:bevel/>
            </a:ln>
          </a:top>
          <a:bottom>
            <a:ln w="12700" cap="flat">
              <a:solidFill>
                <a:srgbClr val="000000"/>
              </a:solidFill>
              <a:prstDash val="solid"/>
              <a:bevel/>
            </a:ln>
          </a:bottom>
          <a:insideH>
            <a:ln w="12700" cap="flat">
              <a:solidFill>
                <a:srgbClr val="000000"/>
              </a:solidFill>
              <a:prstDash val="solid"/>
              <a:bevel/>
            </a:ln>
          </a:insideH>
          <a:insideV>
            <a:ln w="12700" cap="flat">
              <a:solidFill>
                <a:srgbClr val="000000"/>
              </a:solidFill>
              <a:prstDash val="solid"/>
              <a:bevel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n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bevel/>
            </a:ln>
          </a:left>
          <a:right>
            <a:ln w="12700" cap="flat">
              <a:solidFill>
                <a:srgbClr val="000000"/>
              </a:solidFill>
              <a:prstDash val="solid"/>
              <a:bevel/>
            </a:ln>
          </a:right>
          <a:top>
            <a:ln w="12700" cap="flat">
              <a:solidFill>
                <a:srgbClr val="000000"/>
              </a:solidFill>
              <a:prstDash val="solid"/>
              <a:bevel/>
            </a:ln>
          </a:top>
          <a:bottom>
            <a:ln w="12700" cap="flat">
              <a:solidFill>
                <a:srgbClr val="000000"/>
              </a:solidFill>
              <a:prstDash val="solid"/>
              <a:bevel/>
            </a:ln>
          </a:bottom>
          <a:insideH>
            <a:ln w="12700" cap="flat">
              <a:solidFill>
                <a:srgbClr val="000000"/>
              </a:solidFill>
              <a:prstDash val="solid"/>
              <a:bevel/>
            </a:ln>
          </a:insideH>
          <a:insideV>
            <a:ln w="12700" cap="flat">
              <a:solidFill>
                <a:srgbClr val="000000"/>
              </a:solidFill>
              <a:prstDash val="solid"/>
              <a:bevel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n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bevel/>
            </a:ln>
          </a:left>
          <a:right>
            <a:ln w="12700" cap="flat">
              <a:solidFill>
                <a:srgbClr val="000000"/>
              </a:solidFill>
              <a:prstDash val="solid"/>
              <a:bevel/>
            </a:ln>
          </a:right>
          <a:top>
            <a:ln w="50800" cap="flat">
              <a:solidFill>
                <a:srgbClr val="000000"/>
              </a:solidFill>
              <a:prstDash val="solid"/>
              <a:bevel/>
            </a:ln>
          </a:top>
          <a:bottom>
            <a:ln w="12700" cap="flat">
              <a:solidFill>
                <a:srgbClr val="000000"/>
              </a:solidFill>
              <a:prstDash val="solid"/>
              <a:bevel/>
            </a:ln>
          </a:bottom>
          <a:insideH>
            <a:ln w="12700" cap="flat">
              <a:solidFill>
                <a:srgbClr val="000000"/>
              </a:solidFill>
              <a:prstDash val="solid"/>
              <a:bevel/>
            </a:ln>
          </a:insideH>
          <a:insideV>
            <a:ln w="12700" cap="flat">
              <a:solidFill>
                <a:srgbClr val="000000"/>
              </a:solidFill>
              <a:prstDash val="solid"/>
              <a:bevel/>
            </a:ln>
          </a:insideV>
        </a:tcBdr>
        <a:fill>
          <a:noFill/>
        </a:fill>
      </a:tcStyle>
    </a:lastRow>
    <a:firstRow>
      <a:tcTxStyle b="on" i="on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bevel/>
            </a:ln>
          </a:left>
          <a:right>
            <a:ln w="12700" cap="flat">
              <a:solidFill>
                <a:srgbClr val="000000"/>
              </a:solidFill>
              <a:prstDash val="solid"/>
              <a:bevel/>
            </a:ln>
          </a:right>
          <a:top>
            <a:ln w="12700" cap="flat">
              <a:solidFill>
                <a:srgbClr val="000000"/>
              </a:solidFill>
              <a:prstDash val="solid"/>
              <a:bevel/>
            </a:ln>
          </a:top>
          <a:bottom>
            <a:ln w="25400" cap="flat">
              <a:solidFill>
                <a:srgbClr val="000000"/>
              </a:solidFill>
              <a:prstDash val="solid"/>
              <a:bevel/>
            </a:ln>
          </a:bottom>
          <a:insideH>
            <a:ln w="12700" cap="flat">
              <a:solidFill>
                <a:srgbClr val="000000"/>
              </a:solidFill>
              <a:prstDash val="solid"/>
              <a:bevel/>
            </a:ln>
          </a:insideH>
          <a:insideV>
            <a:ln w="12700" cap="flat">
              <a:solidFill>
                <a:srgbClr val="000000"/>
              </a:solidFill>
              <a:prstDash val="solid"/>
              <a:bevel/>
            </a:ln>
          </a:insideV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/>
    <p:restoredTop sz="78571" autoAdjust="0"/>
  </p:normalViewPr>
  <p:slideViewPr>
    <p:cSldViewPr>
      <p:cViewPr varScale="1">
        <p:scale>
          <a:sx n="75" d="100"/>
          <a:sy n="75" d="100"/>
        </p:scale>
        <p:origin x="1685" y="4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417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der, Jason" userId="28f4d4d8-da04-4f86-b14d-a21675737bc5" providerId="ADAL" clId="{60D9E2BC-5450-4B33-8E92-5911CF04D6E3}"/>
    <pc:docChg chg="undo custSel addSld delSld modSld sldOrd">
      <pc:chgData name="Yoder, Jason" userId="28f4d4d8-da04-4f86-b14d-a21675737bc5" providerId="ADAL" clId="{60D9E2BC-5450-4B33-8E92-5911CF04D6E3}" dt="2023-11-21T15:11:32.598" v="818" actId="47"/>
      <pc:docMkLst>
        <pc:docMk/>
      </pc:docMkLst>
      <pc:sldChg chg="addSp delSp modSp mod">
        <pc:chgData name="Yoder, Jason" userId="28f4d4d8-da04-4f86-b14d-a21675737bc5" providerId="ADAL" clId="{60D9E2BC-5450-4B33-8E92-5911CF04D6E3}" dt="2023-11-21T14:15:09.302" v="11" actId="1076"/>
        <pc:sldMkLst>
          <pc:docMk/>
          <pc:sldMk cId="3221831349" sldId="334"/>
        </pc:sldMkLst>
        <pc:spChg chg="del">
          <ac:chgData name="Yoder, Jason" userId="28f4d4d8-da04-4f86-b14d-a21675737bc5" providerId="ADAL" clId="{60D9E2BC-5450-4B33-8E92-5911CF04D6E3}" dt="2023-11-21T14:14:47.392" v="3" actId="478"/>
          <ac:spMkLst>
            <pc:docMk/>
            <pc:sldMk cId="3221831349" sldId="334"/>
            <ac:spMk id="6" creationId="{38005B05-3511-4C6F-AF45-02B30B2147DC}"/>
          </ac:spMkLst>
        </pc:spChg>
        <pc:spChg chg="add mod">
          <ac:chgData name="Yoder, Jason" userId="28f4d4d8-da04-4f86-b14d-a21675737bc5" providerId="ADAL" clId="{60D9E2BC-5450-4B33-8E92-5911CF04D6E3}" dt="2023-11-21T14:14:59.806" v="8" actId="1076"/>
          <ac:spMkLst>
            <pc:docMk/>
            <pc:sldMk cId="3221831349" sldId="334"/>
            <ac:spMk id="7" creationId="{733BB64D-1067-B903-D5EA-FB1DC3500A26}"/>
          </ac:spMkLst>
        </pc:spChg>
        <pc:spChg chg="add mod">
          <ac:chgData name="Yoder, Jason" userId="28f4d4d8-da04-4f86-b14d-a21675737bc5" providerId="ADAL" clId="{60D9E2BC-5450-4B33-8E92-5911CF04D6E3}" dt="2023-11-21T14:14:57.277" v="7" actId="1076"/>
          <ac:spMkLst>
            <pc:docMk/>
            <pc:sldMk cId="3221831349" sldId="334"/>
            <ac:spMk id="8" creationId="{C550C031-9A92-9F5A-1DD1-CEED4E41DC69}"/>
          </ac:spMkLst>
        </pc:spChg>
        <pc:spChg chg="del">
          <ac:chgData name="Yoder, Jason" userId="28f4d4d8-da04-4f86-b14d-a21675737bc5" providerId="ADAL" clId="{60D9E2BC-5450-4B33-8E92-5911CF04D6E3}" dt="2023-11-21T14:14:47.392" v="3" actId="478"/>
          <ac:spMkLst>
            <pc:docMk/>
            <pc:sldMk cId="3221831349" sldId="334"/>
            <ac:spMk id="9" creationId="{AE8D4721-5435-4294-9CC6-712E1A848A03}"/>
          </ac:spMkLst>
        </pc:spChg>
        <pc:spChg chg="del">
          <ac:chgData name="Yoder, Jason" userId="28f4d4d8-da04-4f86-b14d-a21675737bc5" providerId="ADAL" clId="{60D9E2BC-5450-4B33-8E92-5911CF04D6E3}" dt="2023-11-21T14:14:47.392" v="3" actId="478"/>
          <ac:spMkLst>
            <pc:docMk/>
            <pc:sldMk cId="3221831349" sldId="334"/>
            <ac:spMk id="10" creationId="{95ECFC35-62BE-4A5C-9EC4-4F758AA598E7}"/>
          </ac:spMkLst>
        </pc:spChg>
        <pc:spChg chg="add mod">
          <ac:chgData name="Yoder, Jason" userId="28f4d4d8-da04-4f86-b14d-a21675737bc5" providerId="ADAL" clId="{60D9E2BC-5450-4B33-8E92-5911CF04D6E3}" dt="2023-11-21T14:15:04.230" v="9" actId="1076"/>
          <ac:spMkLst>
            <pc:docMk/>
            <pc:sldMk cId="3221831349" sldId="334"/>
            <ac:spMk id="11" creationId="{04959BCE-04DD-1B36-2FB7-F28BA441C561}"/>
          </ac:spMkLst>
        </pc:spChg>
        <pc:spChg chg="add mod">
          <ac:chgData name="Yoder, Jason" userId="28f4d4d8-da04-4f86-b14d-a21675737bc5" providerId="ADAL" clId="{60D9E2BC-5450-4B33-8E92-5911CF04D6E3}" dt="2023-11-21T14:15:09.302" v="11" actId="1076"/>
          <ac:spMkLst>
            <pc:docMk/>
            <pc:sldMk cId="3221831349" sldId="334"/>
            <ac:spMk id="12" creationId="{ABAE678F-E869-E57B-2CE0-C27AA47E3248}"/>
          </ac:spMkLst>
        </pc:spChg>
        <pc:picChg chg="del">
          <ac:chgData name="Yoder, Jason" userId="28f4d4d8-da04-4f86-b14d-a21675737bc5" providerId="ADAL" clId="{60D9E2BC-5450-4B33-8E92-5911CF04D6E3}" dt="2023-11-21T14:14:40.250" v="0" actId="478"/>
          <ac:picMkLst>
            <pc:docMk/>
            <pc:sldMk cId="3221831349" sldId="334"/>
            <ac:picMk id="4" creationId="{5445919B-1C7C-AE71-4ACA-999A6C01F17F}"/>
          </ac:picMkLst>
        </pc:picChg>
        <pc:picChg chg="add mod">
          <ac:chgData name="Yoder, Jason" userId="28f4d4d8-da04-4f86-b14d-a21675737bc5" providerId="ADAL" clId="{60D9E2BC-5450-4B33-8E92-5911CF04D6E3}" dt="2023-11-21T14:14:50.309" v="5" actId="1076"/>
          <ac:picMkLst>
            <pc:docMk/>
            <pc:sldMk cId="3221831349" sldId="334"/>
            <ac:picMk id="5" creationId="{8089876E-8C7A-847A-A1D5-754576680B09}"/>
          </ac:picMkLst>
        </pc:picChg>
      </pc:sldChg>
      <pc:sldChg chg="modNotesTx">
        <pc:chgData name="Yoder, Jason" userId="28f4d4d8-da04-4f86-b14d-a21675737bc5" providerId="ADAL" clId="{60D9E2BC-5450-4B33-8E92-5911CF04D6E3}" dt="2023-11-21T14:16:19.617" v="111" actId="12"/>
        <pc:sldMkLst>
          <pc:docMk/>
          <pc:sldMk cId="1695002246" sldId="336"/>
        </pc:sldMkLst>
      </pc:sldChg>
      <pc:sldChg chg="addSp delSp modSp mod">
        <pc:chgData name="Yoder, Jason" userId="28f4d4d8-da04-4f86-b14d-a21675737bc5" providerId="ADAL" clId="{60D9E2BC-5450-4B33-8E92-5911CF04D6E3}" dt="2023-11-21T14:54:02.707" v="252" actId="478"/>
        <pc:sldMkLst>
          <pc:docMk/>
          <pc:sldMk cId="0" sldId="338"/>
        </pc:sldMkLst>
        <pc:picChg chg="add del mod">
          <ac:chgData name="Yoder, Jason" userId="28f4d4d8-da04-4f86-b14d-a21675737bc5" providerId="ADAL" clId="{60D9E2BC-5450-4B33-8E92-5911CF04D6E3}" dt="2023-11-21T14:54:02.707" v="252" actId="478"/>
          <ac:picMkLst>
            <pc:docMk/>
            <pc:sldMk cId="0" sldId="338"/>
            <ac:picMk id="3" creationId="{47650F66-8D57-3B6B-9638-C0720936C08D}"/>
          </ac:picMkLst>
        </pc:picChg>
      </pc:sldChg>
      <pc:sldChg chg="addSp delSp modSp mod">
        <pc:chgData name="Yoder, Jason" userId="28f4d4d8-da04-4f86-b14d-a21675737bc5" providerId="ADAL" clId="{60D9E2BC-5450-4B33-8E92-5911CF04D6E3}" dt="2023-11-21T15:06:44.010" v="714" actId="114"/>
        <pc:sldMkLst>
          <pc:docMk/>
          <pc:sldMk cId="1563935321" sldId="339"/>
        </pc:sldMkLst>
        <pc:spChg chg="mod">
          <ac:chgData name="Yoder, Jason" userId="28f4d4d8-da04-4f86-b14d-a21675737bc5" providerId="ADAL" clId="{60D9E2BC-5450-4B33-8E92-5911CF04D6E3}" dt="2023-11-21T14:58:04.844" v="295" actId="1076"/>
          <ac:spMkLst>
            <pc:docMk/>
            <pc:sldMk cId="1563935321" sldId="339"/>
            <ac:spMk id="2" creationId="{00000000-0000-0000-0000-000000000000}"/>
          </ac:spMkLst>
        </pc:spChg>
        <pc:spChg chg="mod">
          <ac:chgData name="Yoder, Jason" userId="28f4d4d8-da04-4f86-b14d-a21675737bc5" providerId="ADAL" clId="{60D9E2BC-5450-4B33-8E92-5911CF04D6E3}" dt="2023-11-21T15:06:44.010" v="714" actId="114"/>
          <ac:spMkLst>
            <pc:docMk/>
            <pc:sldMk cId="1563935321" sldId="339"/>
            <ac:spMk id="3" creationId="{00000000-0000-0000-0000-000000000000}"/>
          </ac:spMkLst>
        </pc:spChg>
        <pc:picChg chg="add del mod">
          <ac:chgData name="Yoder, Jason" userId="28f4d4d8-da04-4f86-b14d-a21675737bc5" providerId="ADAL" clId="{60D9E2BC-5450-4B33-8E92-5911CF04D6E3}" dt="2023-11-21T14:59:03.127" v="308" actId="478"/>
          <ac:picMkLst>
            <pc:docMk/>
            <pc:sldMk cId="1563935321" sldId="339"/>
            <ac:picMk id="5" creationId="{7ADC1F6C-F8E6-2057-655E-511619E4804F}"/>
          </ac:picMkLst>
        </pc:picChg>
        <pc:picChg chg="add del mod">
          <ac:chgData name="Yoder, Jason" userId="28f4d4d8-da04-4f86-b14d-a21675737bc5" providerId="ADAL" clId="{60D9E2BC-5450-4B33-8E92-5911CF04D6E3}" dt="2023-11-21T14:57:47.924" v="289" actId="478"/>
          <ac:picMkLst>
            <pc:docMk/>
            <pc:sldMk cId="1563935321" sldId="339"/>
            <ac:picMk id="7" creationId="{0DE71EBE-C6E6-494B-E53E-0E339AF184D8}"/>
          </ac:picMkLst>
        </pc:picChg>
        <pc:picChg chg="add mod">
          <ac:chgData name="Yoder, Jason" userId="28f4d4d8-da04-4f86-b14d-a21675737bc5" providerId="ADAL" clId="{60D9E2BC-5450-4B33-8E92-5911CF04D6E3}" dt="2023-11-21T14:59:23.300" v="317" actId="1076"/>
          <ac:picMkLst>
            <pc:docMk/>
            <pc:sldMk cId="1563935321" sldId="339"/>
            <ac:picMk id="9" creationId="{E2B1AA84-6369-1A00-0FA2-5BE1903439A8}"/>
          </ac:picMkLst>
        </pc:picChg>
        <pc:picChg chg="add mod">
          <ac:chgData name="Yoder, Jason" userId="28f4d4d8-da04-4f86-b14d-a21675737bc5" providerId="ADAL" clId="{60D9E2BC-5450-4B33-8E92-5911CF04D6E3}" dt="2023-11-21T14:59:25.179" v="318" actId="1076"/>
          <ac:picMkLst>
            <pc:docMk/>
            <pc:sldMk cId="1563935321" sldId="339"/>
            <ac:picMk id="11" creationId="{AA54B7F2-B30F-0001-A7FE-1955A99DA415}"/>
          </ac:picMkLst>
        </pc:picChg>
      </pc:sldChg>
      <pc:sldChg chg="addSp delSp modSp mod">
        <pc:chgData name="Yoder, Jason" userId="28f4d4d8-da04-4f86-b14d-a21675737bc5" providerId="ADAL" clId="{60D9E2BC-5450-4B33-8E92-5911CF04D6E3}" dt="2023-11-21T15:06:14.739" v="690" actId="1076"/>
        <pc:sldMkLst>
          <pc:docMk/>
          <pc:sldMk cId="802536644" sldId="340"/>
        </pc:sldMkLst>
        <pc:spChg chg="mod">
          <ac:chgData name="Yoder, Jason" userId="28f4d4d8-da04-4f86-b14d-a21675737bc5" providerId="ADAL" clId="{60D9E2BC-5450-4B33-8E92-5911CF04D6E3}" dt="2023-11-21T15:03:29.363" v="569" actId="1076"/>
          <ac:spMkLst>
            <pc:docMk/>
            <pc:sldMk cId="802536644" sldId="340"/>
            <ac:spMk id="2" creationId="{00000000-0000-0000-0000-000000000000}"/>
          </ac:spMkLst>
        </pc:spChg>
        <pc:spChg chg="mod">
          <ac:chgData name="Yoder, Jason" userId="28f4d4d8-da04-4f86-b14d-a21675737bc5" providerId="ADAL" clId="{60D9E2BC-5450-4B33-8E92-5911CF04D6E3}" dt="2023-11-21T15:06:04.309" v="689" actId="20577"/>
          <ac:spMkLst>
            <pc:docMk/>
            <pc:sldMk cId="802536644" sldId="340"/>
            <ac:spMk id="3" creationId="{00000000-0000-0000-0000-000000000000}"/>
          </ac:spMkLst>
        </pc:spChg>
        <pc:spChg chg="add mod">
          <ac:chgData name="Yoder, Jason" userId="28f4d4d8-da04-4f86-b14d-a21675737bc5" providerId="ADAL" clId="{60D9E2BC-5450-4B33-8E92-5911CF04D6E3}" dt="2023-11-21T15:05:34.627" v="661" actId="1076"/>
          <ac:spMkLst>
            <pc:docMk/>
            <pc:sldMk cId="802536644" sldId="340"/>
            <ac:spMk id="8" creationId="{313E4AD2-C764-F151-6FD6-C88F3D6A4481}"/>
          </ac:spMkLst>
        </pc:spChg>
        <pc:picChg chg="add del mod">
          <ac:chgData name="Yoder, Jason" userId="28f4d4d8-da04-4f86-b14d-a21675737bc5" providerId="ADAL" clId="{60D9E2BC-5450-4B33-8E92-5911CF04D6E3}" dt="2023-11-21T15:03:25.250" v="566" actId="478"/>
          <ac:picMkLst>
            <pc:docMk/>
            <pc:sldMk cId="802536644" sldId="340"/>
            <ac:picMk id="5" creationId="{19BB8D35-E890-58F8-EEC7-B2DC0D9EB3FB}"/>
          </ac:picMkLst>
        </pc:picChg>
        <pc:picChg chg="add mod">
          <ac:chgData name="Yoder, Jason" userId="28f4d4d8-da04-4f86-b14d-a21675737bc5" providerId="ADAL" clId="{60D9E2BC-5450-4B33-8E92-5911CF04D6E3}" dt="2023-11-21T15:03:32.572" v="571" actId="1076"/>
          <ac:picMkLst>
            <pc:docMk/>
            <pc:sldMk cId="802536644" sldId="340"/>
            <ac:picMk id="6" creationId="{5CBB95DF-2199-24FF-A05C-B87EA2A0D85D}"/>
          </ac:picMkLst>
        </pc:picChg>
        <pc:picChg chg="add mod">
          <ac:chgData name="Yoder, Jason" userId="28f4d4d8-da04-4f86-b14d-a21675737bc5" providerId="ADAL" clId="{60D9E2BC-5450-4B33-8E92-5911CF04D6E3}" dt="2023-11-21T15:03:30.762" v="570" actId="1076"/>
          <ac:picMkLst>
            <pc:docMk/>
            <pc:sldMk cId="802536644" sldId="340"/>
            <ac:picMk id="7" creationId="{4741B113-CBD0-33F1-F14E-6C5CC95148C8}"/>
          </ac:picMkLst>
        </pc:picChg>
        <pc:picChg chg="add mod">
          <ac:chgData name="Yoder, Jason" userId="28f4d4d8-da04-4f86-b14d-a21675737bc5" providerId="ADAL" clId="{60D9E2BC-5450-4B33-8E92-5911CF04D6E3}" dt="2023-11-21T15:06:14.739" v="690" actId="1076"/>
          <ac:picMkLst>
            <pc:docMk/>
            <pc:sldMk cId="802536644" sldId="340"/>
            <ac:picMk id="10" creationId="{A4F588AF-8257-92FB-1AEC-F35EF23FBEBF}"/>
          </ac:picMkLst>
        </pc:picChg>
        <pc:picChg chg="add mod modCrop">
          <ac:chgData name="Yoder, Jason" userId="28f4d4d8-da04-4f86-b14d-a21675737bc5" providerId="ADAL" clId="{60D9E2BC-5450-4B33-8E92-5911CF04D6E3}" dt="2023-11-21T15:05:52.081" v="667" actId="1076"/>
          <ac:picMkLst>
            <pc:docMk/>
            <pc:sldMk cId="802536644" sldId="340"/>
            <ac:picMk id="12" creationId="{A054648A-BEAD-93F5-0A3E-38437CBBC6C7}"/>
          </ac:picMkLst>
        </pc:picChg>
        <pc:picChg chg="add mod">
          <ac:chgData name="Yoder, Jason" userId="28f4d4d8-da04-4f86-b14d-a21675737bc5" providerId="ADAL" clId="{60D9E2BC-5450-4B33-8E92-5911CF04D6E3}" dt="2023-11-21T15:05:38.955" v="663" actId="1076"/>
          <ac:picMkLst>
            <pc:docMk/>
            <pc:sldMk cId="802536644" sldId="340"/>
            <ac:picMk id="14" creationId="{5C36648F-BC9B-D335-4622-48E88C07018A}"/>
          </ac:picMkLst>
        </pc:picChg>
        <pc:picChg chg="add mod">
          <ac:chgData name="Yoder, Jason" userId="28f4d4d8-da04-4f86-b14d-a21675737bc5" providerId="ADAL" clId="{60D9E2BC-5450-4B33-8E92-5911CF04D6E3}" dt="2023-11-21T15:05:36.755" v="662" actId="1076"/>
          <ac:picMkLst>
            <pc:docMk/>
            <pc:sldMk cId="802536644" sldId="340"/>
            <ac:picMk id="16" creationId="{4FB8AAD5-F591-D9FB-54F0-0C5F7A123F74}"/>
          </ac:picMkLst>
        </pc:picChg>
      </pc:sldChg>
      <pc:sldChg chg="modSp mod ord">
        <pc:chgData name="Yoder, Jason" userId="28f4d4d8-da04-4f86-b14d-a21675737bc5" providerId="ADAL" clId="{60D9E2BC-5450-4B33-8E92-5911CF04D6E3}" dt="2023-11-21T15:07:39.124" v="719" actId="14100"/>
        <pc:sldMkLst>
          <pc:docMk/>
          <pc:sldMk cId="877940686" sldId="343"/>
        </pc:sldMkLst>
        <pc:spChg chg="mod">
          <ac:chgData name="Yoder, Jason" userId="28f4d4d8-da04-4f86-b14d-a21675737bc5" providerId="ADAL" clId="{60D9E2BC-5450-4B33-8E92-5911CF04D6E3}" dt="2023-11-21T15:07:27.578" v="717" actId="1076"/>
          <ac:spMkLst>
            <pc:docMk/>
            <pc:sldMk cId="877940686" sldId="343"/>
            <ac:spMk id="74" creationId="{00000000-0000-0000-0000-000000000000}"/>
          </ac:spMkLst>
        </pc:spChg>
        <pc:spChg chg="mod">
          <ac:chgData name="Yoder, Jason" userId="28f4d4d8-da04-4f86-b14d-a21675737bc5" providerId="ADAL" clId="{60D9E2BC-5450-4B33-8E92-5911CF04D6E3}" dt="2023-11-21T15:07:39.124" v="719" actId="14100"/>
          <ac:spMkLst>
            <pc:docMk/>
            <pc:sldMk cId="877940686" sldId="343"/>
            <ac:spMk id="76" creationId="{00000000-0000-0000-0000-000000000000}"/>
          </ac:spMkLst>
        </pc:spChg>
      </pc:sldChg>
      <pc:sldChg chg="modSp mod">
        <pc:chgData name="Yoder, Jason" userId="28f4d4d8-da04-4f86-b14d-a21675737bc5" providerId="ADAL" clId="{60D9E2BC-5450-4B33-8E92-5911CF04D6E3}" dt="2023-11-21T15:08:42.938" v="728" actId="1076"/>
        <pc:sldMkLst>
          <pc:docMk/>
          <pc:sldMk cId="1193294898" sldId="345"/>
        </pc:sldMkLst>
        <pc:spChg chg="mod">
          <ac:chgData name="Yoder, Jason" userId="28f4d4d8-da04-4f86-b14d-a21675737bc5" providerId="ADAL" clId="{60D9E2BC-5450-4B33-8E92-5911CF04D6E3}" dt="2023-11-21T15:08:30.936" v="725" actId="27636"/>
          <ac:spMkLst>
            <pc:docMk/>
            <pc:sldMk cId="1193294898" sldId="345"/>
            <ac:spMk id="95" creationId="{00000000-0000-0000-0000-000000000000}"/>
          </ac:spMkLst>
        </pc:spChg>
        <pc:spChg chg="mod">
          <ac:chgData name="Yoder, Jason" userId="28f4d4d8-da04-4f86-b14d-a21675737bc5" providerId="ADAL" clId="{60D9E2BC-5450-4B33-8E92-5911CF04D6E3}" dt="2023-11-21T15:08:42.938" v="728" actId="1076"/>
          <ac:spMkLst>
            <pc:docMk/>
            <pc:sldMk cId="1193294898" sldId="345"/>
            <ac:spMk id="97" creationId="{00000000-0000-0000-0000-000000000000}"/>
          </ac:spMkLst>
        </pc:spChg>
      </pc:sldChg>
      <pc:sldChg chg="addSp modSp mod">
        <pc:chgData name="Yoder, Jason" userId="28f4d4d8-da04-4f86-b14d-a21675737bc5" providerId="ADAL" clId="{60D9E2BC-5450-4B33-8E92-5911CF04D6E3}" dt="2023-11-21T14:23:07.759" v="227" actId="20577"/>
        <pc:sldMkLst>
          <pc:docMk/>
          <pc:sldMk cId="960001639" sldId="346"/>
        </pc:sldMkLst>
        <pc:spChg chg="mod">
          <ac:chgData name="Yoder, Jason" userId="28f4d4d8-da04-4f86-b14d-a21675737bc5" providerId="ADAL" clId="{60D9E2BC-5450-4B33-8E92-5911CF04D6E3}" dt="2023-11-21T14:23:07.759" v="227" actId="20577"/>
          <ac:spMkLst>
            <pc:docMk/>
            <pc:sldMk cId="960001639" sldId="346"/>
            <ac:spMk id="3" creationId="{F328175C-158E-4537-A5AD-52C5F0C89631}"/>
          </ac:spMkLst>
        </pc:spChg>
        <pc:picChg chg="add mod">
          <ac:chgData name="Yoder, Jason" userId="28f4d4d8-da04-4f86-b14d-a21675737bc5" providerId="ADAL" clId="{60D9E2BC-5450-4B33-8E92-5911CF04D6E3}" dt="2023-11-21T14:22:54.202" v="202" actId="208"/>
          <ac:picMkLst>
            <pc:docMk/>
            <pc:sldMk cId="960001639" sldId="346"/>
            <ac:picMk id="5" creationId="{BDDDBF1A-61FB-62C8-6EB5-CE002E73FA4E}"/>
          </ac:picMkLst>
        </pc:picChg>
      </pc:sldChg>
      <pc:sldChg chg="ord">
        <pc:chgData name="Yoder, Jason" userId="28f4d4d8-da04-4f86-b14d-a21675737bc5" providerId="ADAL" clId="{60D9E2BC-5450-4B33-8E92-5911CF04D6E3}" dt="2023-11-21T15:09:06.051" v="730"/>
        <pc:sldMkLst>
          <pc:docMk/>
          <pc:sldMk cId="2977216702" sldId="347"/>
        </pc:sldMkLst>
      </pc:sldChg>
      <pc:sldChg chg="addSp delSp modSp mod">
        <pc:chgData name="Yoder, Jason" userId="28f4d4d8-da04-4f86-b14d-a21675737bc5" providerId="ADAL" clId="{60D9E2BC-5450-4B33-8E92-5911CF04D6E3}" dt="2023-11-21T14:24:52.360" v="249"/>
        <pc:sldMkLst>
          <pc:docMk/>
          <pc:sldMk cId="2595913101" sldId="348"/>
        </pc:sldMkLst>
        <pc:spChg chg="mod">
          <ac:chgData name="Yoder, Jason" userId="28f4d4d8-da04-4f86-b14d-a21675737bc5" providerId="ADAL" clId="{60D9E2BC-5450-4B33-8E92-5911CF04D6E3}" dt="2023-11-21T14:19:03.519" v="196" actId="20577"/>
          <ac:spMkLst>
            <pc:docMk/>
            <pc:sldMk cId="2595913101" sldId="348"/>
            <ac:spMk id="3" creationId="{15AB1AEC-C30B-420F-9CED-2EFA7A4B6F98}"/>
          </ac:spMkLst>
        </pc:spChg>
        <pc:grpChg chg="mod">
          <ac:chgData name="Yoder, Jason" userId="28f4d4d8-da04-4f86-b14d-a21675737bc5" providerId="ADAL" clId="{60D9E2BC-5450-4B33-8E92-5911CF04D6E3}" dt="2023-11-21T14:24:52.360" v="249"/>
          <ac:grpSpMkLst>
            <pc:docMk/>
            <pc:sldMk cId="2595913101" sldId="348"/>
            <ac:grpSpMk id="16" creationId="{E522180D-2BD5-4CAF-FBB4-1F407BEF8424}"/>
          </ac:grpSpMkLst>
        </pc:grpChg>
        <pc:picChg chg="del">
          <ac:chgData name="Yoder, Jason" userId="28f4d4d8-da04-4f86-b14d-a21675737bc5" providerId="ADAL" clId="{60D9E2BC-5450-4B33-8E92-5911CF04D6E3}" dt="2023-11-21T14:23:39.618" v="228" actId="478"/>
          <ac:picMkLst>
            <pc:docMk/>
            <pc:sldMk cId="2595913101" sldId="348"/>
            <ac:picMk id="5" creationId="{F513D367-FD02-4BAD-9018-6DD203C56D21}"/>
          </ac:picMkLst>
        </pc:picChg>
        <pc:picChg chg="add mod">
          <ac:chgData name="Yoder, Jason" userId="28f4d4d8-da04-4f86-b14d-a21675737bc5" providerId="ADAL" clId="{60D9E2BC-5450-4B33-8E92-5911CF04D6E3}" dt="2023-11-21T14:24:38.275" v="245" actId="1076"/>
          <ac:picMkLst>
            <pc:docMk/>
            <pc:sldMk cId="2595913101" sldId="348"/>
            <ac:picMk id="6" creationId="{8A884BBB-B17E-AFE5-12E4-A31DB3F6BA58}"/>
          </ac:picMkLst>
        </pc:picChg>
        <pc:picChg chg="add mod">
          <ac:chgData name="Yoder, Jason" userId="28f4d4d8-da04-4f86-b14d-a21675737bc5" providerId="ADAL" clId="{60D9E2BC-5450-4B33-8E92-5911CF04D6E3}" dt="2023-11-21T14:24:38.275" v="245" actId="1076"/>
          <ac:picMkLst>
            <pc:docMk/>
            <pc:sldMk cId="2595913101" sldId="348"/>
            <ac:picMk id="8" creationId="{FE2F1C05-EC60-D492-B490-E60DFC1B3BB1}"/>
          </ac:picMkLst>
        </pc:picChg>
        <pc:picChg chg="add mod">
          <ac:chgData name="Yoder, Jason" userId="28f4d4d8-da04-4f86-b14d-a21675737bc5" providerId="ADAL" clId="{60D9E2BC-5450-4B33-8E92-5911CF04D6E3}" dt="2023-11-21T14:24:38.275" v="245" actId="1076"/>
          <ac:picMkLst>
            <pc:docMk/>
            <pc:sldMk cId="2595913101" sldId="348"/>
            <ac:picMk id="10" creationId="{893E0A49-5A85-10E4-1F1F-50425030358C}"/>
          </ac:picMkLst>
        </pc:picChg>
        <pc:picChg chg="add mod">
          <ac:chgData name="Yoder, Jason" userId="28f4d4d8-da04-4f86-b14d-a21675737bc5" providerId="ADAL" clId="{60D9E2BC-5450-4B33-8E92-5911CF04D6E3}" dt="2023-11-21T14:24:38.275" v="245" actId="1076"/>
          <ac:picMkLst>
            <pc:docMk/>
            <pc:sldMk cId="2595913101" sldId="348"/>
            <ac:picMk id="12" creationId="{3E9E041A-92F9-6A5A-4B7B-9ED13767F8CD}"/>
          </ac:picMkLst>
        </pc:picChg>
        <pc:inkChg chg="add">
          <ac:chgData name="Yoder, Jason" userId="28f4d4d8-da04-4f86-b14d-a21675737bc5" providerId="ADAL" clId="{60D9E2BC-5450-4B33-8E92-5911CF04D6E3}" dt="2023-11-21T14:24:44.893" v="246" actId="9405"/>
          <ac:inkMkLst>
            <pc:docMk/>
            <pc:sldMk cId="2595913101" sldId="348"/>
            <ac:inkMk id="13" creationId="{CB3A6D8E-0FA7-1A5A-9E99-A11ACB8CC9F8}"/>
          </ac:inkMkLst>
        </pc:inkChg>
        <pc:inkChg chg="add mod">
          <ac:chgData name="Yoder, Jason" userId="28f4d4d8-da04-4f86-b14d-a21675737bc5" providerId="ADAL" clId="{60D9E2BC-5450-4B33-8E92-5911CF04D6E3}" dt="2023-11-21T14:24:52.360" v="249"/>
          <ac:inkMkLst>
            <pc:docMk/>
            <pc:sldMk cId="2595913101" sldId="348"/>
            <ac:inkMk id="14" creationId="{2079AF8B-AD12-8A32-B164-E12076AF1F9A}"/>
          </ac:inkMkLst>
        </pc:inkChg>
        <pc:inkChg chg="add mod">
          <ac:chgData name="Yoder, Jason" userId="28f4d4d8-da04-4f86-b14d-a21675737bc5" providerId="ADAL" clId="{60D9E2BC-5450-4B33-8E92-5911CF04D6E3}" dt="2023-11-21T14:24:52.360" v="249"/>
          <ac:inkMkLst>
            <pc:docMk/>
            <pc:sldMk cId="2595913101" sldId="348"/>
            <ac:inkMk id="15" creationId="{3B979025-0FF6-7BE1-9CC1-941DB64A34BB}"/>
          </ac:inkMkLst>
        </pc:inkChg>
      </pc:sldChg>
      <pc:sldChg chg="addSp delSp modSp new del mod">
        <pc:chgData name="Yoder, Jason" userId="28f4d4d8-da04-4f86-b14d-a21675737bc5" providerId="ADAL" clId="{60D9E2BC-5450-4B33-8E92-5911CF04D6E3}" dt="2023-11-21T15:00:31.094" v="343" actId="47"/>
        <pc:sldMkLst>
          <pc:docMk/>
          <pc:sldMk cId="1252497884" sldId="350"/>
        </pc:sldMkLst>
        <pc:spChg chg="del">
          <ac:chgData name="Yoder, Jason" userId="28f4d4d8-da04-4f86-b14d-a21675737bc5" providerId="ADAL" clId="{60D9E2BC-5450-4B33-8E92-5911CF04D6E3}" dt="2023-11-21T15:00:10.238" v="327" actId="478"/>
          <ac:spMkLst>
            <pc:docMk/>
            <pc:sldMk cId="1252497884" sldId="350"/>
            <ac:spMk id="2" creationId="{83D9D0CF-FBE9-FFD9-DA6C-9536F30D002F}"/>
          </ac:spMkLst>
        </pc:spChg>
        <pc:spChg chg="del">
          <ac:chgData name="Yoder, Jason" userId="28f4d4d8-da04-4f86-b14d-a21675737bc5" providerId="ADAL" clId="{60D9E2BC-5450-4B33-8E92-5911CF04D6E3}" dt="2023-11-21T15:00:10.238" v="327" actId="478"/>
          <ac:spMkLst>
            <pc:docMk/>
            <pc:sldMk cId="1252497884" sldId="350"/>
            <ac:spMk id="3" creationId="{6E90AD73-2E72-AC4D-823B-3D42817390B1}"/>
          </ac:spMkLst>
        </pc:spChg>
        <pc:spChg chg="add del mod">
          <ac:chgData name="Yoder, Jason" userId="28f4d4d8-da04-4f86-b14d-a21675737bc5" providerId="ADAL" clId="{60D9E2BC-5450-4B33-8E92-5911CF04D6E3}" dt="2023-11-21T15:00:07.300" v="326"/>
          <ac:spMkLst>
            <pc:docMk/>
            <pc:sldMk cId="1252497884" sldId="350"/>
            <ac:spMk id="4" creationId="{63BDF4CB-EC9C-393D-E12B-297EEE5914B3}"/>
          </ac:spMkLst>
        </pc:spChg>
        <pc:spChg chg="add del mod">
          <ac:chgData name="Yoder, Jason" userId="28f4d4d8-da04-4f86-b14d-a21675737bc5" providerId="ADAL" clId="{60D9E2BC-5450-4B33-8E92-5911CF04D6E3}" dt="2023-11-21T15:00:07.300" v="326"/>
          <ac:spMkLst>
            <pc:docMk/>
            <pc:sldMk cId="1252497884" sldId="350"/>
            <ac:spMk id="5" creationId="{A685BDB3-170E-84A3-6198-876C4680E460}"/>
          </ac:spMkLst>
        </pc:spChg>
        <pc:spChg chg="add del mod">
          <ac:chgData name="Yoder, Jason" userId="28f4d4d8-da04-4f86-b14d-a21675737bc5" providerId="ADAL" clId="{60D9E2BC-5450-4B33-8E92-5911CF04D6E3}" dt="2023-11-21T15:00:23.608" v="339" actId="478"/>
          <ac:spMkLst>
            <pc:docMk/>
            <pc:sldMk cId="1252497884" sldId="350"/>
            <ac:spMk id="6" creationId="{A2654A98-5CDE-34AB-6A06-BB66707266CA}"/>
          </ac:spMkLst>
        </pc:spChg>
        <pc:spChg chg="add del mod">
          <ac:chgData name="Yoder, Jason" userId="28f4d4d8-da04-4f86-b14d-a21675737bc5" providerId="ADAL" clId="{60D9E2BC-5450-4B33-8E92-5911CF04D6E3}" dt="2023-11-21T15:00:22.498" v="337" actId="478"/>
          <ac:spMkLst>
            <pc:docMk/>
            <pc:sldMk cId="1252497884" sldId="350"/>
            <ac:spMk id="7" creationId="{1AC6B9FA-B9FF-36B1-6F2D-ECAA1BCDDED4}"/>
          </ac:spMkLst>
        </pc:spChg>
        <pc:spChg chg="add del mod">
          <ac:chgData name="Yoder, Jason" userId="28f4d4d8-da04-4f86-b14d-a21675737bc5" providerId="ADAL" clId="{60D9E2BC-5450-4B33-8E92-5911CF04D6E3}" dt="2023-11-21T15:00:25.971" v="340" actId="478"/>
          <ac:spMkLst>
            <pc:docMk/>
            <pc:sldMk cId="1252497884" sldId="350"/>
            <ac:spMk id="9" creationId="{90AD32B6-292C-1DB6-6436-0604B712ED08}"/>
          </ac:spMkLst>
        </pc:spChg>
        <pc:spChg chg="add mod">
          <ac:chgData name="Yoder, Jason" userId="28f4d4d8-da04-4f86-b14d-a21675737bc5" providerId="ADAL" clId="{60D9E2BC-5450-4B33-8E92-5911CF04D6E3}" dt="2023-11-21T15:00:26.831" v="341"/>
          <ac:spMkLst>
            <pc:docMk/>
            <pc:sldMk cId="1252497884" sldId="350"/>
            <ac:spMk id="10" creationId="{F30BD77F-6F99-FCA0-986A-60AAB2D83107}"/>
          </ac:spMkLst>
        </pc:spChg>
      </pc:sldChg>
      <pc:sldChg chg="add">
        <pc:chgData name="Yoder, Jason" userId="28f4d4d8-da04-4f86-b14d-a21675737bc5" providerId="ADAL" clId="{60D9E2BC-5450-4B33-8E92-5911CF04D6E3}" dt="2023-11-21T15:00:29.703" v="342"/>
        <pc:sldMkLst>
          <pc:docMk/>
          <pc:sldMk cId="2279123359" sldId="351"/>
        </pc:sldMkLst>
      </pc:sldChg>
      <pc:sldChg chg="modSp add del mod">
        <pc:chgData name="Yoder, Jason" userId="28f4d4d8-da04-4f86-b14d-a21675737bc5" providerId="ADAL" clId="{60D9E2BC-5450-4B33-8E92-5911CF04D6E3}" dt="2023-11-21T15:11:32.598" v="818" actId="47"/>
        <pc:sldMkLst>
          <pc:docMk/>
          <pc:sldMk cId="1183974948" sldId="352"/>
        </pc:sldMkLst>
        <pc:spChg chg="mod">
          <ac:chgData name="Yoder, Jason" userId="28f4d4d8-da04-4f86-b14d-a21675737bc5" providerId="ADAL" clId="{60D9E2BC-5450-4B33-8E92-5911CF04D6E3}" dt="2023-11-21T15:10:14.338" v="751" actId="14100"/>
          <ac:spMkLst>
            <pc:docMk/>
            <pc:sldMk cId="1183974948" sldId="352"/>
            <ac:spMk id="180" creationId="{00000000-0000-0000-0000-000000000000}"/>
          </ac:spMkLst>
        </pc:spChg>
      </pc:sldChg>
      <pc:sldChg chg="modSp add mod modTransition">
        <pc:chgData name="Yoder, Jason" userId="28f4d4d8-da04-4f86-b14d-a21675737bc5" providerId="ADAL" clId="{60D9E2BC-5450-4B33-8E92-5911CF04D6E3}" dt="2023-11-21T15:11:23.330" v="817" actId="20577"/>
        <pc:sldMkLst>
          <pc:docMk/>
          <pc:sldMk cId="3678158814" sldId="353"/>
        </pc:sldMkLst>
        <pc:spChg chg="mod">
          <ac:chgData name="Yoder, Jason" userId="28f4d4d8-da04-4f86-b14d-a21675737bc5" providerId="ADAL" clId="{60D9E2BC-5450-4B33-8E92-5911CF04D6E3}" dt="2023-11-21T15:10:36.864" v="798" actId="1076"/>
          <ac:spMkLst>
            <pc:docMk/>
            <pc:sldMk cId="3678158814" sldId="353"/>
            <ac:spMk id="2" creationId="{83D4630F-C598-95D2-A677-264975F7D4DB}"/>
          </ac:spMkLst>
        </pc:spChg>
        <pc:spChg chg="mod">
          <ac:chgData name="Yoder, Jason" userId="28f4d4d8-da04-4f86-b14d-a21675737bc5" providerId="ADAL" clId="{60D9E2BC-5450-4B33-8E92-5911CF04D6E3}" dt="2023-11-21T15:11:18.963" v="815" actId="6549"/>
          <ac:spMkLst>
            <pc:docMk/>
            <pc:sldMk cId="3678158814" sldId="353"/>
            <ac:spMk id="13" creationId="{477AD6E2-555F-45D2-149A-5FE1442798BF}"/>
          </ac:spMkLst>
        </pc:spChg>
        <pc:spChg chg="mod">
          <ac:chgData name="Yoder, Jason" userId="28f4d4d8-da04-4f86-b14d-a21675737bc5" providerId="ADAL" clId="{60D9E2BC-5450-4B33-8E92-5911CF04D6E3}" dt="2023-11-21T15:11:14.719" v="812" actId="20577"/>
          <ac:spMkLst>
            <pc:docMk/>
            <pc:sldMk cId="3678158814" sldId="353"/>
            <ac:spMk id="15" creationId="{017E3B92-AC47-5027-9A6B-DF9660518F15}"/>
          </ac:spMkLst>
        </pc:spChg>
        <pc:spChg chg="mod">
          <ac:chgData name="Yoder, Jason" userId="28f4d4d8-da04-4f86-b14d-a21675737bc5" providerId="ADAL" clId="{60D9E2BC-5450-4B33-8E92-5911CF04D6E3}" dt="2023-11-21T15:11:23.330" v="817" actId="20577"/>
          <ac:spMkLst>
            <pc:docMk/>
            <pc:sldMk cId="3678158814" sldId="353"/>
            <ac:spMk id="17" creationId="{EB7CC05C-E84E-59DE-1114-D38B01CE2D3D}"/>
          </ac:spMkLst>
        </pc:spChg>
        <pc:picChg chg="mod">
          <ac:chgData name="Yoder, Jason" userId="28f4d4d8-da04-4f86-b14d-a21675737bc5" providerId="ADAL" clId="{60D9E2BC-5450-4B33-8E92-5911CF04D6E3}" dt="2023-11-21T15:11:21.905" v="816" actId="1076"/>
          <ac:picMkLst>
            <pc:docMk/>
            <pc:sldMk cId="3678158814" sldId="353"/>
            <ac:picMk id="14" creationId="{11D30C01-D557-EBE6-56F2-F79EC3488938}"/>
          </ac:picMkLst>
        </pc:picChg>
        <pc:picChg chg="mod">
          <ac:chgData name="Yoder, Jason" userId="28f4d4d8-da04-4f86-b14d-a21675737bc5" providerId="ADAL" clId="{60D9E2BC-5450-4B33-8E92-5911CF04D6E3}" dt="2023-11-21T15:11:16.346" v="813" actId="1076"/>
          <ac:picMkLst>
            <pc:docMk/>
            <pc:sldMk cId="3678158814" sldId="353"/>
            <ac:picMk id="16" creationId="{886DF227-E112-AD76-369A-C7ACC343C905}"/>
          </ac:picMkLst>
        </pc:picChg>
      </pc:sldChg>
      <pc:sldMasterChg chg="delSldLayout">
        <pc:chgData name="Yoder, Jason" userId="28f4d4d8-da04-4f86-b14d-a21675737bc5" providerId="ADAL" clId="{60D9E2BC-5450-4B33-8E92-5911CF04D6E3}" dt="2023-11-21T15:00:31.094" v="343" actId="47"/>
        <pc:sldMasterMkLst>
          <pc:docMk/>
          <pc:sldMasterMk cId="0" sldId="2147483648"/>
        </pc:sldMasterMkLst>
        <pc:sldLayoutChg chg="del">
          <pc:chgData name="Yoder, Jason" userId="28f4d4d8-da04-4f86-b14d-a21675737bc5" providerId="ADAL" clId="{60D9E2BC-5450-4B33-8E92-5911CF04D6E3}" dt="2023-11-21T15:00:31.094" v="343" actId="47"/>
          <pc:sldLayoutMkLst>
            <pc:docMk/>
            <pc:sldMasterMk cId="0" sldId="2147483648"/>
            <pc:sldLayoutMk cId="0" sldId="2147483651"/>
          </pc:sldLayoutMkLst>
        </pc:sldLayoutChg>
      </pc:sldMaster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21T14:24:44.8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24575,'1900'0'0,"-1131"49"0,-19 1 0,-308-53 0,252 4 0,-614 5 0,138 29 0,8 1 0,176-12 0,-200-16 0,897 8 0,-421-15 0,-217 14 0,86 1 0,118-16 0,-592-5-49,0-2 0,105-25-1,-87 14-1167,-7 3-5609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21T14:24:48.5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1181 1 24575,'4'1'0,"0"0"0,0 1 0,0 0 0,0-1 0,0 2 0,-1-1 0,1 0 0,-1 1 0,1-1 0,-1 1 0,0 0 0,0 0 0,-1 0 0,1 1 0,3 5 0,5 3 0,11 14 0,-2 0 0,0 2 0,-2 0 0,-1 1 0,-1 1 0,-2 0 0,19 56 0,-17-33 0,-2 0 0,-3 1 0,-2 0 0,2 56 0,-8-50 0,-9 107 0,3-138 0,-1-1 0,-2-1 0,-1 1 0,-1-1 0,-22 50 0,10-36 0,-2-1 0,-1-1 0,-45 56 0,16-25 0,27-37 0,-36 40 0,21-32 0,-2-2 0,-84 61 0,-16-1 0,1 0 0,-166 88 0,277-172 0,2-2 0,1 1 0,1 2 0,0 0 0,-32 28 0,52-37 0,-1-1 0,0 0 0,0 0 0,-1-1 0,0 0 0,0 0 0,-9 3 0,15-7 0,0-1 0,1 1 0,-1-1 0,0 1 0,0-1 0,0 0 0,0 0 0,0 0 0,0 0 0,1 0 0,-1 0 0,0 0 0,0-1 0,0 1 0,0-1 0,-2-1 0,2 1 0,0 0 0,0-1 0,0 0 0,0 1 0,0-1 0,0 0 0,1 0 0,-1 0 0,1 0 0,-1 0 0,1-1 0,0 1 0,0 0 0,0-1 0,-1-3 0,-3-8 0,2-1 0,0 0 0,0-1 0,1 1 0,1 0 0,1-1 0,0 1 0,4-22 0,27-124 0,-26 140 0,6-20 0,1 1 0,3 0 0,32-64 0,-28 75 0,-8 24 0,-11 5 0,1 1 0,-1-1 0,1 1 0,-1-1 0,1 0 0,-1 1 0,1-1 0,-1 1 0,1-1 0,-1 1 0,1 0 0,-1-1 0,0 1 0,0-1 0,1 1 0,-1 0 0,0-1 0,0 1 0,0 0 0,1-1 0,-1 1 0,0 1 0,4 35 0,-1 0 0,-2 1 0,-2-1 0,-9 66 0,1-46 0,-3-1 0,-22 62 0,12-45 0,21-68 0,-1 0 0,1 0 0,0 1 0,0-1 0,1 0 0,0 0 0,-1 1 0,2-1 0,-1 0 0,1 0 0,-1 0 0,1 1 0,1-1 0,-1 0 0,1 0 0,2 5 0,0-4 0,0-1 0,-1 0 0,2 0 0,-1-1 0,0 1 0,1-1 0,0 0 0,0 0 0,0-1 0,1 1 0,-1-1 0,1 0 0,7 2 0,51 19 0,2-3 0,101 18 0,-25-6 0,310 78-1365,-407-100-5461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21T14:24:51.3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218 515 24575,'0'-6'0,"-5"-12"0,-7-3 0,-2-3 0,1-4 0,-1-7 0,0-9 0,-2-7 0,-3 4 0,0 6 0,-1-2 0,-3-4 0,-3-10 0,4 4-8191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46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47" name="Shape 47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</p:spTree>
    <p:extLst>
      <p:ext uri="{BB962C8B-B14F-4D97-AF65-F5344CB8AC3E}">
        <p14:creationId xmlns:p14="http://schemas.microsoft.com/office/powerpoint/2010/main" val="1263832777"/>
      </p:ext>
    </p:extLst>
  </p:cSld>
  <p:clrMap bg1="lt1" tx1="dk1" bg2="lt2" tx2="dk2" accent1="accent1" accent2="accent2" accent3="accent3" accent4="accent4" accent5="accent5" accent6="accent6" hlink="hlink" folHlink="folHlink"/>
  <p:notesStyle>
    <a:lvl1pPr defTabSz="45720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Airtable</a:t>
            </a:r>
            <a:r>
              <a:rPr lang="en-US" dirty="0"/>
              <a:t> in </a:t>
            </a:r>
            <a:r>
              <a:rPr lang="en-US" dirty="0" err="1"/>
              <a:t>moodle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91924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JAY: I suggest actually writing some code out on the board - things to note: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{ } enclose code in blocks – Eclipse highlights them for you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Special words have different colors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Semicolons are required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Capitalization matters and is important</a:t>
            </a:r>
          </a:p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117265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Shape 127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128" name="Shape 12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 defTabSz="914400">
              <a:lnSpc>
                <a:spcPct val="100000"/>
              </a:lnSpc>
              <a:defRPr sz="1800"/>
            </a:pPr>
            <a:r>
              <a:rPr sz="1200" b="1">
                <a:latin typeface="Lucida Sans"/>
                <a:ea typeface="Lucida Sans"/>
                <a:cs typeface="Lucida Sans"/>
                <a:sym typeface="Lucida Sans"/>
              </a:rPr>
              <a:t>Argument for main </a:t>
            </a:r>
            <a:r>
              <a:rPr sz="1200">
                <a:latin typeface="Lucida Sans"/>
                <a:ea typeface="Lucida Sans"/>
                <a:cs typeface="Lucida Sans"/>
                <a:sym typeface="Lucida Sans"/>
              </a:rPr>
              <a:t>is not optional.  Must be there.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lvl="0" defTabSz="914400">
              <a:lnSpc>
                <a:spcPct val="100000"/>
              </a:lnSpc>
              <a:defRPr sz="1800"/>
            </a:pPr>
            <a:endParaRPr sz="1200">
              <a:latin typeface="Lucida Sans"/>
              <a:ea typeface="Lucida Sans"/>
              <a:cs typeface="Lucida Sans"/>
              <a:sym typeface="Lucida Sans"/>
            </a:endParaRPr>
          </a:p>
          <a:p>
            <a:pPr lvl="0" defTabSz="914400">
              <a:lnSpc>
                <a:spcPct val="100000"/>
              </a:lnSpc>
              <a:defRPr sz="1800"/>
            </a:pPr>
            <a:endParaRPr sz="1200">
              <a:latin typeface="Lucida Sans"/>
              <a:ea typeface="Lucida Sans"/>
              <a:cs typeface="Lucida Sans"/>
              <a:sym typeface="Lucida Sans"/>
            </a:endParaRPr>
          </a:p>
        </p:txBody>
      </p:sp>
    </p:spTree>
    <p:extLst>
      <p:ext uri="{BB962C8B-B14F-4D97-AF65-F5344CB8AC3E}">
        <p14:creationId xmlns:p14="http://schemas.microsoft.com/office/powerpoint/2010/main" val="26828293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Shape 99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100" name="Shape 100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 defTabSz="914400">
              <a:lnSpc>
                <a:spcPct val="100000"/>
              </a:lnSpc>
              <a:spcBef>
                <a:spcPts val="400"/>
              </a:spcBef>
              <a:defRPr sz="1200">
                <a:latin typeface="Lucida Sans"/>
                <a:ea typeface="Lucida Sans"/>
                <a:cs typeface="Lucida Sans"/>
                <a:sym typeface="Lucida Sans"/>
              </a:defRPr>
            </a:lvl1pPr>
          </a:lstStyle>
          <a:p>
            <a:pPr lvl="0">
              <a:defRPr sz="1800"/>
            </a:pPr>
            <a:r>
              <a:rPr sz="1200"/>
              <a:t>Discuss errors and error messages</a:t>
            </a:r>
          </a:p>
        </p:txBody>
      </p:sp>
    </p:spTree>
    <p:extLst>
      <p:ext uri="{BB962C8B-B14F-4D97-AF65-F5344CB8AC3E}">
        <p14:creationId xmlns:p14="http://schemas.microsoft.com/office/powerpoint/2010/main" val="9428869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057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2203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Shape 98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99" name="Shape 99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 defTabSz="914400">
              <a:lnSpc>
                <a:spcPct val="100000"/>
              </a:lnSpc>
              <a:spcBef>
                <a:spcPts val="400"/>
              </a:spcBef>
              <a:defRPr sz="1200"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 lvl="0">
              <a:defRPr sz="1800"/>
            </a:pPr>
            <a:r>
              <a:rPr sz="1200" dirty="0"/>
              <a:t>Point students to Python vs Java features linked from session 1 of course schedule.</a:t>
            </a:r>
          </a:p>
        </p:txBody>
      </p:sp>
    </p:spTree>
    <p:extLst>
      <p:ext uri="{BB962C8B-B14F-4D97-AF65-F5344CB8AC3E}">
        <p14:creationId xmlns:p14="http://schemas.microsoft.com/office/powerpoint/2010/main" val="37468455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4400"/>
              <a:t>Click to edit Master title style</a:t>
            </a:r>
          </a:p>
        </p:txBody>
      </p:sp>
      <p:sp>
        <p:nvSpPr>
          <p:cNvPr id="11" name="Shape 11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3200"/>
              <a:t>Click to edit Master text styles</a:t>
            </a:r>
          </a:p>
          <a:p>
            <a:pPr lvl="1">
              <a:defRPr sz="1800"/>
            </a:pPr>
            <a:r>
              <a:rPr sz="3200"/>
              <a:t>Second level</a:t>
            </a:r>
          </a:p>
          <a:p>
            <a:pPr lvl="2">
              <a:defRPr sz="1800"/>
            </a:pPr>
            <a:r>
              <a:rPr sz="3200"/>
              <a:t>Third level</a:t>
            </a:r>
          </a:p>
          <a:p>
            <a:pPr lvl="3">
              <a:defRPr sz="1800"/>
            </a:pPr>
            <a:r>
              <a:rPr sz="3200"/>
              <a:t>Fourth level</a:t>
            </a:r>
          </a:p>
          <a:p>
            <a:pPr lvl="4">
              <a:defRPr sz="1800"/>
            </a:pPr>
            <a:r>
              <a:rPr sz="3200"/>
              <a:t>Fifth level</a:t>
            </a:r>
          </a:p>
        </p:txBody>
      </p:sp>
      <p:sp>
        <p:nvSpPr>
          <p:cNvPr id="12" name="Shape 12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18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4400"/>
              <a:t>Click to edit Master title style</a:t>
            </a:r>
          </a:p>
        </p:txBody>
      </p:sp>
      <p:sp>
        <p:nvSpPr>
          <p:cNvPr id="19" name="Shape 19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4038600" cy="5257800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 lvl="0">
              <a:defRPr sz="1800"/>
            </a:pPr>
            <a:r>
              <a:rPr sz="2800"/>
              <a:t>Click to edit Master text styles</a:t>
            </a:r>
          </a:p>
          <a:p>
            <a:pPr lvl="1">
              <a:defRPr sz="1800"/>
            </a:pPr>
            <a:r>
              <a:rPr sz="2800"/>
              <a:t>Second level</a:t>
            </a:r>
          </a:p>
          <a:p>
            <a:pPr lvl="2">
              <a:defRPr sz="1800"/>
            </a:pPr>
            <a:r>
              <a:rPr sz="2800"/>
              <a:t>Third level</a:t>
            </a:r>
          </a:p>
          <a:p>
            <a:pPr lvl="3">
              <a:defRPr sz="1800"/>
            </a:pPr>
            <a:r>
              <a:rPr sz="2800"/>
              <a:t>Fourth level</a:t>
            </a:r>
          </a:p>
          <a:p>
            <a:pPr lvl="4">
              <a:defRPr sz="1800"/>
            </a:pPr>
            <a:r>
              <a:rPr sz="2800"/>
              <a:t>Fifth level</a:t>
            </a:r>
          </a:p>
        </p:txBody>
      </p:sp>
      <p:sp>
        <p:nvSpPr>
          <p:cNvPr id="20" name="Shape 20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xfrm>
            <a:off x="457200" y="256810"/>
            <a:ext cx="8229600" cy="1178656"/>
          </a:xfrm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4400"/>
              <a:t>Click to edit Master title style</a:t>
            </a:r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xfrm>
            <a:off x="457200" y="1435465"/>
            <a:ext cx="4040188" cy="739410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sz="2400" b="1"/>
            </a:lvl1pPr>
          </a:lstStyle>
          <a:p>
            <a:pPr lvl="0">
              <a:defRPr sz="1800" b="0"/>
            </a:pPr>
            <a:r>
              <a:rPr sz="2400" b="1"/>
              <a:t>Click to edit Master text styles</a:t>
            </a:r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26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4400"/>
              <a:t>Click to edit Master title style</a:t>
            </a:r>
          </a:p>
        </p:txBody>
      </p:sp>
      <p:sp>
        <p:nvSpPr>
          <p:cNvPr id="27" name="Shape 27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31"/>
          <p:cNvSpPr>
            <a:spLocks noGrp="1"/>
          </p:cNvSpPr>
          <p:nvPr>
            <p:ph type="title"/>
          </p:nvPr>
        </p:nvSpPr>
        <p:spPr>
          <a:xfrm>
            <a:off x="457200" y="0"/>
            <a:ext cx="3008314" cy="143510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pPr lvl="0">
              <a:defRPr sz="1800" b="0"/>
            </a:pPr>
            <a:r>
              <a:rPr sz="2000" b="1"/>
              <a:t>Click to edit Master title style</a:t>
            </a:r>
          </a:p>
        </p:txBody>
      </p:sp>
      <p:sp>
        <p:nvSpPr>
          <p:cNvPr id="32" name="Shape 32"/>
          <p:cNvSpPr>
            <a:spLocks noGrp="1"/>
          </p:cNvSpPr>
          <p:nvPr>
            <p:ph type="body" idx="1"/>
          </p:nvPr>
        </p:nvSpPr>
        <p:spPr>
          <a:xfrm>
            <a:off x="3575050" y="273050"/>
            <a:ext cx="5111750" cy="6584950"/>
          </a:xfrm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3200"/>
              <a:t>Click to edit Master text styles</a:t>
            </a:r>
          </a:p>
          <a:p>
            <a:pPr lvl="1">
              <a:defRPr sz="1800"/>
            </a:pPr>
            <a:r>
              <a:rPr sz="3200"/>
              <a:t>Second level</a:t>
            </a:r>
          </a:p>
          <a:p>
            <a:pPr lvl="2">
              <a:defRPr sz="1800"/>
            </a:pPr>
            <a:r>
              <a:rPr sz="3200"/>
              <a:t>Third level</a:t>
            </a:r>
          </a:p>
          <a:p>
            <a:pPr lvl="3">
              <a:defRPr sz="1800"/>
            </a:pPr>
            <a:r>
              <a:rPr sz="3200"/>
              <a:t>Fourth level</a:t>
            </a:r>
          </a:p>
          <a:p>
            <a:pPr lvl="4">
              <a:defRPr sz="1800"/>
            </a:pPr>
            <a:r>
              <a:rPr sz="3200"/>
              <a:t>Fifth level</a:t>
            </a:r>
          </a:p>
        </p:txBody>
      </p:sp>
      <p:sp>
        <p:nvSpPr>
          <p:cNvPr id="33" name="Shape 33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5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pPr lvl="0">
              <a:defRPr sz="1800" b="0"/>
            </a:pPr>
            <a:r>
              <a:rPr sz="2000" b="1"/>
              <a:t>Click to edit Master title style</a:t>
            </a:r>
          </a:p>
        </p:txBody>
      </p:sp>
      <p:sp>
        <p:nvSpPr>
          <p:cNvPr id="36" name="Shape 36"/>
          <p:cNvSpPr>
            <a:spLocks noGrp="1"/>
          </p:cNvSpPr>
          <p:nvPr>
            <p:ph type="body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</a:lstStyle>
          <a:p>
            <a:pPr lvl="0">
              <a:defRPr sz="1800"/>
            </a:pPr>
            <a:r>
              <a:rPr sz="1400"/>
              <a:t>Click to edit Master text styles</a:t>
            </a:r>
          </a:p>
        </p:txBody>
      </p:sp>
      <p:sp>
        <p:nvSpPr>
          <p:cNvPr id="37" name="Shape 37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hape 39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4400"/>
              <a:t>Click to edit Master title style</a:t>
            </a:r>
          </a:p>
        </p:txBody>
      </p:sp>
      <p:sp>
        <p:nvSpPr>
          <p:cNvPr id="40" name="Shape 40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3200"/>
              <a:t>Click to edit Master text styles</a:t>
            </a:r>
          </a:p>
          <a:p>
            <a:pPr lvl="1">
              <a:defRPr sz="1800"/>
            </a:pPr>
            <a:r>
              <a:rPr sz="3200"/>
              <a:t>Second level</a:t>
            </a:r>
          </a:p>
          <a:p>
            <a:pPr lvl="2">
              <a:defRPr sz="1800"/>
            </a:pPr>
            <a:r>
              <a:rPr sz="3200"/>
              <a:t>Third level</a:t>
            </a:r>
          </a:p>
          <a:p>
            <a:pPr lvl="3">
              <a:defRPr sz="1800"/>
            </a:pPr>
            <a:r>
              <a:rPr sz="3200"/>
              <a:t>Fourth level</a:t>
            </a:r>
          </a:p>
          <a:p>
            <a:pPr lvl="4">
              <a:defRPr sz="1800"/>
            </a:pPr>
            <a:r>
              <a:rPr sz="3200"/>
              <a:t>Fifth level</a:t>
            </a:r>
          </a:p>
        </p:txBody>
      </p:sp>
      <p:sp>
        <p:nvSpPr>
          <p:cNvPr id="41" name="Shape 41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Shape 43"/>
          <p:cNvSpPr>
            <a:spLocks noGrp="1"/>
          </p:cNvSpPr>
          <p:nvPr>
            <p:ph type="title"/>
          </p:nvPr>
        </p:nvSpPr>
        <p:spPr>
          <a:xfrm>
            <a:off x="6629400" y="0"/>
            <a:ext cx="2057400" cy="6400802"/>
          </a:xfrm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4400"/>
              <a:t>Click to edit Master title style</a:t>
            </a:r>
          </a:p>
        </p:txBody>
      </p:sp>
      <p:sp>
        <p:nvSpPr>
          <p:cNvPr id="44" name="Shape 44"/>
          <p:cNvSpPr>
            <a:spLocks noGrp="1"/>
          </p:cNvSpPr>
          <p:nvPr>
            <p:ph type="body" idx="1"/>
          </p:nvPr>
        </p:nvSpPr>
        <p:spPr>
          <a:xfrm>
            <a:off x="457200" y="274638"/>
            <a:ext cx="6019800" cy="6583363"/>
          </a:xfrm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3200"/>
              <a:t>Click to edit Master text styles</a:t>
            </a:r>
          </a:p>
          <a:p>
            <a:pPr lvl="1">
              <a:defRPr sz="1800"/>
            </a:pPr>
            <a:r>
              <a:rPr sz="3200"/>
              <a:t>Second level</a:t>
            </a:r>
          </a:p>
          <a:p>
            <a:pPr lvl="2">
              <a:defRPr sz="1800"/>
            </a:pPr>
            <a:r>
              <a:rPr sz="3200"/>
              <a:t>Third level</a:t>
            </a:r>
          </a:p>
          <a:p>
            <a:pPr lvl="3">
              <a:defRPr sz="1800"/>
            </a:pPr>
            <a:r>
              <a:rPr sz="3200"/>
              <a:t>Fourth level</a:t>
            </a:r>
          </a:p>
          <a:p>
            <a:pPr lvl="4">
              <a:defRPr sz="1800"/>
            </a:pPr>
            <a:r>
              <a:rPr sz="3200"/>
              <a:t>Fifth level</a:t>
            </a:r>
          </a:p>
        </p:txBody>
      </p:sp>
      <p:sp>
        <p:nvSpPr>
          <p:cNvPr id="45" name="Shape 45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>
            <a:spLocks noGrp="1"/>
          </p:cNvSpPr>
          <p:nvPr>
            <p:ph type="title"/>
          </p:nvPr>
        </p:nvSpPr>
        <p:spPr>
          <a:xfrm>
            <a:off x="457200" y="92076"/>
            <a:ext cx="8229600" cy="15081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45719" rIns="45719" anchor="ctr">
            <a:normAutofit/>
          </a:bodyPr>
          <a:lstStyle/>
          <a:p>
            <a:pPr lvl="0">
              <a:defRPr sz="1800"/>
            </a:pPr>
            <a:r>
              <a:rPr sz="4400"/>
              <a:t>Click to edit Master title style</a:t>
            </a:r>
          </a:p>
        </p:txBody>
      </p:sp>
      <p:sp>
        <p:nvSpPr>
          <p:cNvPr id="3" name="Shape 3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45719" rIns="45719">
            <a:normAutofit/>
          </a:bodyPr>
          <a:lstStyle/>
          <a:p>
            <a:pPr lvl="0">
              <a:defRPr sz="1800"/>
            </a:pPr>
            <a:r>
              <a:rPr sz="3200"/>
              <a:t>Click to edit Master text styles</a:t>
            </a:r>
          </a:p>
          <a:p>
            <a:pPr lvl="1">
              <a:defRPr sz="1800"/>
            </a:pPr>
            <a:r>
              <a:rPr sz="3200"/>
              <a:t>Second level</a:t>
            </a:r>
          </a:p>
          <a:p>
            <a:pPr lvl="2">
              <a:defRPr sz="1800"/>
            </a:pPr>
            <a:r>
              <a:rPr sz="3200"/>
              <a:t>Third level</a:t>
            </a:r>
          </a:p>
          <a:p>
            <a:pPr lvl="3">
              <a:defRPr sz="1800"/>
            </a:pPr>
            <a:r>
              <a:rPr sz="3200"/>
              <a:t>Fourth level</a:t>
            </a:r>
          </a:p>
          <a:p>
            <a:pPr lvl="4">
              <a:defRPr sz="1800"/>
            </a:pPr>
            <a:r>
              <a:rPr sz="3200"/>
              <a:t>Fifth level</a:t>
            </a:r>
          </a:p>
        </p:txBody>
      </p:sp>
      <p:sp>
        <p:nvSpPr>
          <p:cNvPr id="4" name="Shape 4"/>
          <p:cNvSpPr>
            <a:spLocks noGrp="1"/>
          </p:cNvSpPr>
          <p:nvPr>
            <p:ph type="sldNum" sz="quarter" idx="2"/>
          </p:nvPr>
        </p:nvSpPr>
        <p:spPr>
          <a:xfrm>
            <a:off x="6553200" y="6404292"/>
            <a:ext cx="2133600" cy="269241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</a:lstStyle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2" r:id="rId2"/>
    <p:sldLayoutId id="2147483653" r:id="rId3"/>
    <p:sldLayoutId id="2147483654" r:id="rId4"/>
    <p:sldLayoutId id="2147483656" r:id="rId5"/>
    <p:sldLayoutId id="2147483657" r:id="rId6"/>
    <p:sldLayoutId id="2147483658" r:id="rId7"/>
    <p:sldLayoutId id="2147483659" r:id="rId8"/>
  </p:sldLayoutIdLst>
  <p:transition spd="med"/>
  <p:txStyles>
    <p:titleStyle>
      <a:lvl1pPr algn="ctr">
        <a:defRPr sz="4400">
          <a:latin typeface="Calibri"/>
          <a:ea typeface="Calibri"/>
          <a:cs typeface="Calibri"/>
          <a:sym typeface="Calibri"/>
        </a:defRPr>
      </a:lvl1pPr>
      <a:lvl2pPr algn="ctr">
        <a:defRPr sz="4400">
          <a:latin typeface="Calibri"/>
          <a:ea typeface="Calibri"/>
          <a:cs typeface="Calibri"/>
          <a:sym typeface="Calibri"/>
        </a:defRPr>
      </a:lvl2pPr>
      <a:lvl3pPr algn="ctr">
        <a:defRPr sz="4400">
          <a:latin typeface="Calibri"/>
          <a:ea typeface="Calibri"/>
          <a:cs typeface="Calibri"/>
          <a:sym typeface="Calibri"/>
        </a:defRPr>
      </a:lvl3pPr>
      <a:lvl4pPr algn="ctr">
        <a:defRPr sz="4400">
          <a:latin typeface="Calibri"/>
          <a:ea typeface="Calibri"/>
          <a:cs typeface="Calibri"/>
          <a:sym typeface="Calibri"/>
        </a:defRPr>
      </a:lvl4pPr>
      <a:lvl5pPr algn="ctr">
        <a:defRPr sz="4400">
          <a:latin typeface="Calibri"/>
          <a:ea typeface="Calibri"/>
          <a:cs typeface="Calibri"/>
          <a:sym typeface="Calibri"/>
        </a:defRPr>
      </a:lvl5pPr>
      <a:lvl6pPr algn="ctr">
        <a:defRPr sz="4400">
          <a:latin typeface="Calibri"/>
          <a:ea typeface="Calibri"/>
          <a:cs typeface="Calibri"/>
          <a:sym typeface="Calibri"/>
        </a:defRPr>
      </a:lvl6pPr>
      <a:lvl7pPr algn="ctr">
        <a:defRPr sz="4400">
          <a:latin typeface="Calibri"/>
          <a:ea typeface="Calibri"/>
          <a:cs typeface="Calibri"/>
          <a:sym typeface="Calibri"/>
        </a:defRPr>
      </a:lvl7pPr>
      <a:lvl8pPr algn="ctr">
        <a:defRPr sz="4400">
          <a:latin typeface="Calibri"/>
          <a:ea typeface="Calibri"/>
          <a:cs typeface="Calibri"/>
          <a:sym typeface="Calibri"/>
        </a:defRPr>
      </a:lvl8pPr>
      <a:lvl9pPr algn="ctr">
        <a:defRPr sz="4400">
          <a:latin typeface="Calibri"/>
          <a:ea typeface="Calibri"/>
          <a:cs typeface="Calibri"/>
          <a:sym typeface="Calibri"/>
        </a:defRPr>
      </a:lvl9pPr>
    </p:titleStyle>
    <p:bodyStyle>
      <a:lvl1pPr marL="342900" indent="-342900">
        <a:spcBef>
          <a:spcPts val="700"/>
        </a:spcBef>
        <a:buSzPct val="100000"/>
        <a:buFont typeface="Arial"/>
        <a:buChar char="•"/>
        <a:defRPr sz="3200">
          <a:latin typeface="Calibri"/>
          <a:ea typeface="Calibri"/>
          <a:cs typeface="Calibri"/>
          <a:sym typeface="Calibri"/>
        </a:defRPr>
      </a:lvl1pPr>
      <a:lvl2pPr marL="783771" indent="-326571">
        <a:spcBef>
          <a:spcPts val="700"/>
        </a:spcBef>
        <a:buSzPct val="100000"/>
        <a:buFont typeface="Arial"/>
        <a:buChar char="–"/>
        <a:defRPr sz="3200">
          <a:latin typeface="Calibri"/>
          <a:ea typeface="Calibri"/>
          <a:cs typeface="Calibri"/>
          <a:sym typeface="Calibri"/>
        </a:defRPr>
      </a:lvl2pPr>
      <a:lvl3pPr marL="1219200" indent="-304800">
        <a:spcBef>
          <a:spcPts val="700"/>
        </a:spcBef>
        <a:buSzPct val="100000"/>
        <a:buFont typeface="Arial"/>
        <a:buChar char="•"/>
        <a:defRPr sz="3200">
          <a:latin typeface="Calibri"/>
          <a:ea typeface="Calibri"/>
          <a:cs typeface="Calibri"/>
          <a:sym typeface="Calibri"/>
        </a:defRPr>
      </a:lvl3pPr>
      <a:lvl4pPr marL="1737360" indent="-365760">
        <a:spcBef>
          <a:spcPts val="700"/>
        </a:spcBef>
        <a:buSzPct val="100000"/>
        <a:buFont typeface="Arial"/>
        <a:buChar char="–"/>
        <a:defRPr sz="3200">
          <a:latin typeface="Calibri"/>
          <a:ea typeface="Calibri"/>
          <a:cs typeface="Calibri"/>
          <a:sym typeface="Calibri"/>
        </a:defRPr>
      </a:lvl4pPr>
      <a:lvl5pPr marL="2194560" indent="-365760">
        <a:spcBef>
          <a:spcPts val="700"/>
        </a:spcBef>
        <a:buSzPct val="100000"/>
        <a:buFont typeface="Arial"/>
        <a:buChar char="»"/>
        <a:defRPr sz="3200">
          <a:latin typeface="Calibri"/>
          <a:ea typeface="Calibri"/>
          <a:cs typeface="Calibri"/>
          <a:sym typeface="Calibri"/>
        </a:defRPr>
      </a:lvl5pPr>
      <a:lvl6pPr marL="2651760" indent="-365760">
        <a:spcBef>
          <a:spcPts val="700"/>
        </a:spcBef>
        <a:buSzPct val="100000"/>
        <a:buFont typeface="Arial"/>
        <a:buChar char="•"/>
        <a:defRPr sz="3200">
          <a:latin typeface="Calibri"/>
          <a:ea typeface="Calibri"/>
          <a:cs typeface="Calibri"/>
          <a:sym typeface="Calibri"/>
        </a:defRPr>
      </a:lvl6pPr>
      <a:lvl7pPr marL="3108960" indent="-365760">
        <a:spcBef>
          <a:spcPts val="700"/>
        </a:spcBef>
        <a:buSzPct val="100000"/>
        <a:buFont typeface="Arial"/>
        <a:buChar char="•"/>
        <a:defRPr sz="3200">
          <a:latin typeface="Calibri"/>
          <a:ea typeface="Calibri"/>
          <a:cs typeface="Calibri"/>
          <a:sym typeface="Calibri"/>
        </a:defRPr>
      </a:lvl7pPr>
      <a:lvl8pPr marL="3566159" indent="-365759">
        <a:spcBef>
          <a:spcPts val="700"/>
        </a:spcBef>
        <a:buSzPct val="100000"/>
        <a:buFont typeface="Arial"/>
        <a:buChar char="•"/>
        <a:defRPr sz="3200">
          <a:latin typeface="Calibri"/>
          <a:ea typeface="Calibri"/>
          <a:cs typeface="Calibri"/>
          <a:sym typeface="Calibri"/>
        </a:defRPr>
      </a:lvl8pPr>
      <a:lvl9pPr marL="4023359" indent="-365759">
        <a:spcBef>
          <a:spcPts val="700"/>
        </a:spcBef>
        <a:buSzPct val="100000"/>
        <a:buFont typeface="Arial"/>
        <a:buChar char="•"/>
        <a:defRPr sz="3200">
          <a:latin typeface="Calibri"/>
          <a:ea typeface="Calibri"/>
          <a:cs typeface="Calibri"/>
          <a:sym typeface="Calibri"/>
        </a:defRPr>
      </a:lvl9pPr>
    </p:bodyStyle>
    <p:otherStyle>
      <a:lvl1pPr algn="r">
        <a:defRPr sz="1200">
          <a:solidFill>
            <a:schemeClr val="tx1"/>
          </a:solidFill>
          <a:latin typeface="+mn-lt"/>
          <a:ea typeface="+mn-ea"/>
          <a:cs typeface="+mn-cs"/>
          <a:sym typeface="Gill Sans"/>
        </a:defRPr>
      </a:lvl1pPr>
      <a:lvl2pPr indent="457200" algn="r">
        <a:defRPr sz="1200">
          <a:solidFill>
            <a:schemeClr val="tx1"/>
          </a:solidFill>
          <a:latin typeface="+mn-lt"/>
          <a:ea typeface="+mn-ea"/>
          <a:cs typeface="+mn-cs"/>
          <a:sym typeface="Gill Sans"/>
        </a:defRPr>
      </a:lvl2pPr>
      <a:lvl3pPr indent="914400" algn="r">
        <a:defRPr sz="1200">
          <a:solidFill>
            <a:schemeClr val="tx1"/>
          </a:solidFill>
          <a:latin typeface="+mn-lt"/>
          <a:ea typeface="+mn-ea"/>
          <a:cs typeface="+mn-cs"/>
          <a:sym typeface="Gill Sans"/>
        </a:defRPr>
      </a:lvl3pPr>
      <a:lvl4pPr indent="1371600" algn="r">
        <a:defRPr sz="1200">
          <a:solidFill>
            <a:schemeClr val="tx1"/>
          </a:solidFill>
          <a:latin typeface="+mn-lt"/>
          <a:ea typeface="+mn-ea"/>
          <a:cs typeface="+mn-cs"/>
          <a:sym typeface="Gill Sans"/>
        </a:defRPr>
      </a:lvl4pPr>
      <a:lvl5pPr indent="1828800" algn="r">
        <a:defRPr sz="1200">
          <a:solidFill>
            <a:schemeClr val="tx1"/>
          </a:solidFill>
          <a:latin typeface="+mn-lt"/>
          <a:ea typeface="+mn-ea"/>
          <a:cs typeface="+mn-cs"/>
          <a:sym typeface="Gill Sans"/>
        </a:defRPr>
      </a:lvl5pPr>
      <a:lvl6pPr indent="2286000" algn="r">
        <a:defRPr sz="1200">
          <a:solidFill>
            <a:schemeClr val="tx1"/>
          </a:solidFill>
          <a:latin typeface="+mn-lt"/>
          <a:ea typeface="+mn-ea"/>
          <a:cs typeface="+mn-cs"/>
          <a:sym typeface="Gill Sans"/>
        </a:defRPr>
      </a:lvl6pPr>
      <a:lvl7pPr indent="2743200" algn="r">
        <a:defRPr sz="1200">
          <a:solidFill>
            <a:schemeClr val="tx1"/>
          </a:solidFill>
          <a:latin typeface="+mn-lt"/>
          <a:ea typeface="+mn-ea"/>
          <a:cs typeface="+mn-cs"/>
          <a:sym typeface="Gill Sans"/>
        </a:defRPr>
      </a:lvl7pPr>
      <a:lvl8pPr indent="3200400" algn="r">
        <a:defRPr sz="1200">
          <a:solidFill>
            <a:schemeClr val="tx1"/>
          </a:solidFill>
          <a:latin typeface="+mn-lt"/>
          <a:ea typeface="+mn-ea"/>
          <a:cs typeface="+mn-cs"/>
          <a:sym typeface="Gill Sans"/>
        </a:defRPr>
      </a:lvl8pPr>
      <a:lvl9pPr indent="3657600" algn="r">
        <a:defRPr sz="1200">
          <a:solidFill>
            <a:schemeClr val="tx1"/>
          </a:solidFill>
          <a:latin typeface="+mn-lt"/>
          <a:ea typeface="+mn-ea"/>
          <a:cs typeface="+mn-cs"/>
          <a:sym typeface="Gill San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customXml" Target="../ink/ink2.xml"/><Relationship Id="rId3" Type="http://schemas.openxmlformats.org/officeDocument/2006/relationships/image" Target="../media/image10.png"/><Relationship Id="rId7" Type="http://schemas.openxmlformats.org/officeDocument/2006/relationships/image" Target="../media/image12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.xml"/><Relationship Id="rId11" Type="http://schemas.openxmlformats.org/officeDocument/2006/relationships/image" Target="../media/image140.png"/><Relationship Id="rId5" Type="http://schemas.openxmlformats.org/officeDocument/2006/relationships/image" Target="../media/image12.png"/><Relationship Id="rId10" Type="http://schemas.openxmlformats.org/officeDocument/2006/relationships/customXml" Target="../ink/ink3.xml"/><Relationship Id="rId4" Type="http://schemas.openxmlformats.org/officeDocument/2006/relationships/image" Target="../media/image11.png"/><Relationship Id="rId9" Type="http://schemas.openxmlformats.org/officeDocument/2006/relationships/image" Target="../media/image130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Critical Logistics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72000"/>
          </a:xfrm>
        </p:spPr>
        <p:txBody>
          <a:bodyPr lIns="45719" rIns="45719" anchor="t">
            <a:normAutofit/>
          </a:bodyPr>
          <a:lstStyle/>
          <a:p>
            <a:r>
              <a:rPr lang="en-US" dirty="0"/>
              <a:t>You have two homework assignments due in the very near future</a:t>
            </a:r>
          </a:p>
          <a:p>
            <a:r>
              <a:rPr lang="en-US" dirty="0"/>
              <a:t>To see all assignment due dates, look at the calendar on Moodle, or </a:t>
            </a:r>
            <a:r>
              <a:rPr lang="en-US" dirty="0" err="1"/>
              <a:t>Gradescope</a:t>
            </a:r>
            <a:endParaRPr lang="en-US" dirty="0"/>
          </a:p>
          <a:p>
            <a:r>
              <a:rPr lang="en-US" dirty="0"/>
              <a:t>We will only go over the course policies if we have time, but they are covered in the "Course Policies" page link on Moodle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3537373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1A920A-F5BE-C1C4-B7EB-1246A2740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Grandview" panose="020B0502040204020203" pitchFamily="34" charset="0"/>
              </a:rPr>
              <a:t>Introduction to Java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E7B7F9-AB4F-1AB2-F1AF-A4C7424C00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Grandview" panose="020B0502040204020203" pitchFamily="34" charset="0"/>
              </a:rPr>
              <a:t>Work through the handout, asking questions as needed</a:t>
            </a:r>
          </a:p>
          <a:p>
            <a:r>
              <a:rPr lang="en-US" dirty="0">
                <a:latin typeface="Grandview" panose="020B0502040204020203" pitchFamily="34" charset="0"/>
              </a:rPr>
              <a:t>Pause after Part 3 and check in with me</a:t>
            </a:r>
          </a:p>
        </p:txBody>
      </p:sp>
    </p:spTree>
    <p:extLst>
      <p:ext uri="{BB962C8B-B14F-4D97-AF65-F5344CB8AC3E}">
        <p14:creationId xmlns:p14="http://schemas.microsoft.com/office/powerpoint/2010/main" val="2392066996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lIns="45719" rIns="45719" anchor="t">
            <a:normAutofit/>
          </a:bodyPr>
          <a:lstStyle/>
          <a:p>
            <a:r>
              <a:rPr lang="en-US" strike="sngStrike" dirty="0"/>
              <a:t>Critical logistics</a:t>
            </a:r>
          </a:p>
          <a:p>
            <a:r>
              <a:rPr lang="en-US" b="1" dirty="0"/>
              <a:t>We write some java code</a:t>
            </a:r>
          </a:p>
          <a:p>
            <a:pPr marL="783590" lvl="1" indent="-326390"/>
            <a:r>
              <a:rPr lang="en-US" b="1" dirty="0"/>
              <a:t>Conditionals</a:t>
            </a:r>
          </a:p>
          <a:p>
            <a:pPr marL="783590" lvl="1" indent="-326390"/>
            <a:r>
              <a:rPr lang="en-US" b="1" dirty="0"/>
              <a:t>Loops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877966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write hello world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5002246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Shape 102"/>
          <p:cNvSpPr/>
          <p:nvPr/>
        </p:nvSpPr>
        <p:spPr>
          <a:xfrm>
            <a:off x="660400" y="2017713"/>
            <a:ext cx="8267700" cy="2616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8100" tIns="38100" rIns="38100" bIns="38100">
            <a:spAutoFit/>
          </a:bodyPr>
          <a:lstStyle/>
          <a:p>
            <a:pPr lvl="0" algn="l">
              <a:defRPr sz="1800"/>
            </a:pPr>
            <a:r>
              <a:rPr sz="2200" b="1" dirty="0">
                <a:solidFill>
                  <a:srgbClr val="7F0055"/>
                </a:solidFill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sz="2200" b="1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sz="2200" b="1" dirty="0">
                <a:solidFill>
                  <a:srgbClr val="7F0055"/>
                </a:solidFill>
                <a:latin typeface="Courier New"/>
                <a:ea typeface="Courier New"/>
                <a:cs typeface="Courier New"/>
                <a:sym typeface="Courier New"/>
              </a:rPr>
              <a:t>class</a:t>
            </a:r>
            <a:r>
              <a:rPr sz="2200" b="1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sz="2200" b="1" dirty="0" err="1">
                <a:latin typeface="Courier New"/>
                <a:ea typeface="Courier New"/>
                <a:cs typeface="Courier New"/>
                <a:sym typeface="Courier New"/>
              </a:rPr>
              <a:t>HelloPrinter</a:t>
            </a:r>
            <a:r>
              <a:rPr sz="2200" b="1" dirty="0"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3200" dirty="0">
              <a:latin typeface="Gill Sans"/>
              <a:ea typeface="Gill Sans"/>
              <a:cs typeface="Gill Sans"/>
              <a:sym typeface="Gill Sans"/>
            </a:endParaRPr>
          </a:p>
          <a:p>
            <a:pPr lvl="0" algn="l">
              <a:defRPr sz="1800"/>
            </a:pPr>
            <a:endParaRPr sz="2200" b="1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 algn="l">
              <a:defRPr sz="1800"/>
            </a:pPr>
            <a:r>
              <a:rPr sz="2200" b="1" dirty="0">
                <a:latin typeface="Courier New"/>
                <a:ea typeface="Courier New"/>
                <a:cs typeface="Courier New"/>
                <a:sym typeface="Courier New"/>
              </a:rPr>
              <a:t>	</a:t>
            </a:r>
            <a:r>
              <a:rPr sz="2200" b="1" dirty="0">
                <a:solidFill>
                  <a:srgbClr val="7F0055"/>
                </a:solidFill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sz="2200" b="1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sz="2200" b="1" dirty="0">
                <a:solidFill>
                  <a:srgbClr val="7F0055"/>
                </a:solidFill>
                <a:latin typeface="Courier New"/>
                <a:ea typeface="Courier New"/>
                <a:cs typeface="Courier New"/>
                <a:sym typeface="Courier New"/>
              </a:rPr>
              <a:t>static</a:t>
            </a:r>
            <a:r>
              <a:rPr sz="2200" b="1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sz="2200" b="1" dirty="0">
                <a:solidFill>
                  <a:srgbClr val="7F0055"/>
                </a:solidFill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sz="2200" b="1" dirty="0">
                <a:latin typeface="Courier New"/>
                <a:ea typeface="Courier New"/>
                <a:cs typeface="Courier New"/>
                <a:sym typeface="Courier New"/>
              </a:rPr>
              <a:t> main(String[] </a:t>
            </a:r>
            <a:r>
              <a:rPr sz="2200" b="1" dirty="0" err="1">
                <a:latin typeface="Courier New"/>
                <a:ea typeface="Courier New"/>
                <a:cs typeface="Courier New"/>
                <a:sym typeface="Courier New"/>
              </a:rPr>
              <a:t>args</a:t>
            </a:r>
            <a:r>
              <a:rPr sz="2200" b="1" dirty="0">
                <a:latin typeface="Courier New"/>
                <a:ea typeface="Courier New"/>
                <a:cs typeface="Courier New"/>
                <a:sym typeface="Courier New"/>
              </a:rPr>
              <a:t>) {</a:t>
            </a:r>
            <a:endParaRPr sz="3200" dirty="0">
              <a:latin typeface="Gill Sans"/>
              <a:ea typeface="Gill Sans"/>
              <a:cs typeface="Gill Sans"/>
              <a:sym typeface="Gill Sans"/>
            </a:endParaRPr>
          </a:p>
          <a:p>
            <a:pPr lvl="0" algn="l">
              <a:defRPr sz="1800"/>
            </a:pPr>
            <a:r>
              <a:rPr sz="2200" b="1" dirty="0">
                <a:latin typeface="Courier New"/>
                <a:ea typeface="Courier New"/>
                <a:cs typeface="Courier New"/>
                <a:sym typeface="Courier New"/>
              </a:rPr>
              <a:t>		</a:t>
            </a:r>
            <a:r>
              <a:rPr sz="2200" b="1" dirty="0" err="1">
                <a:latin typeface="Courier New"/>
                <a:ea typeface="Courier New"/>
                <a:cs typeface="Courier New"/>
                <a:sym typeface="Courier New"/>
              </a:rPr>
              <a:t>System.</a:t>
            </a:r>
            <a:r>
              <a:rPr sz="2200" b="1" i="1" dirty="0" err="1">
                <a:solidFill>
                  <a:srgbClr val="0000C0"/>
                </a:solidFill>
                <a:latin typeface="Courier New"/>
                <a:ea typeface="Courier New"/>
                <a:cs typeface="Courier New"/>
                <a:sym typeface="Courier New"/>
              </a:rPr>
              <a:t>out</a:t>
            </a:r>
            <a:r>
              <a:rPr sz="2200" b="1" dirty="0" err="1">
                <a:latin typeface="Courier New"/>
                <a:ea typeface="Courier New"/>
                <a:cs typeface="Courier New"/>
                <a:sym typeface="Courier New"/>
              </a:rPr>
              <a:t>.println</a:t>
            </a:r>
            <a:r>
              <a:rPr sz="2200" b="1" dirty="0"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sz="2200" b="1" dirty="0">
                <a:solidFill>
                  <a:srgbClr val="2A00FF"/>
                </a:solidFill>
                <a:latin typeface="Courier New"/>
                <a:ea typeface="Courier New"/>
                <a:cs typeface="Courier New"/>
                <a:sym typeface="Courier New"/>
              </a:rPr>
              <a:t>"Hello, World!"</a:t>
            </a:r>
            <a:r>
              <a:rPr sz="2200" b="1" dirty="0"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3200" dirty="0">
              <a:latin typeface="Gill Sans"/>
              <a:ea typeface="Gill Sans"/>
              <a:cs typeface="Gill Sans"/>
              <a:sym typeface="Gill Sans"/>
            </a:endParaRPr>
          </a:p>
          <a:p>
            <a:pPr lvl="0" algn="l">
              <a:defRPr sz="1800"/>
            </a:pPr>
            <a:r>
              <a:rPr sz="2200" b="1" dirty="0">
                <a:latin typeface="Courier New"/>
                <a:ea typeface="Courier New"/>
                <a:cs typeface="Courier New"/>
                <a:sym typeface="Courier New"/>
              </a:rPr>
              <a:t>	}</a:t>
            </a:r>
            <a:endParaRPr sz="3200" dirty="0">
              <a:latin typeface="Gill Sans"/>
              <a:ea typeface="Gill Sans"/>
              <a:cs typeface="Gill Sans"/>
              <a:sym typeface="Gill Sans"/>
            </a:endParaRPr>
          </a:p>
          <a:p>
            <a:pPr lvl="0" algn="l">
              <a:defRPr sz="1800"/>
            </a:pPr>
            <a:endParaRPr sz="2200" b="1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 algn="l">
              <a:defRPr sz="1800"/>
            </a:pPr>
            <a:r>
              <a:rPr sz="2200" b="1" dirty="0"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3200" dirty="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3" name="Shape 103"/>
          <p:cNvSpPr>
            <a:spLocks noGrp="1"/>
          </p:cNvSpPr>
          <p:nvPr>
            <p:ph type="title"/>
          </p:nvPr>
        </p:nvSpPr>
        <p:spPr>
          <a:xfrm>
            <a:off x="457200" y="-152400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latin typeface="Lucida Sans"/>
                <a:ea typeface="Lucida Sans"/>
                <a:cs typeface="Lucida Sans"/>
                <a:sym typeface="Lucida Sans"/>
              </a:defRPr>
            </a:lvl1pPr>
          </a:lstStyle>
          <a:p>
            <a:pPr lvl="0">
              <a:defRPr sz="1800"/>
            </a:pPr>
            <a:r>
              <a:rPr sz="4400"/>
              <a:t>A First Java Program</a:t>
            </a:r>
          </a:p>
        </p:txBody>
      </p:sp>
      <p:grpSp>
        <p:nvGrpSpPr>
          <p:cNvPr id="108" name="Group 108"/>
          <p:cNvGrpSpPr/>
          <p:nvPr/>
        </p:nvGrpSpPr>
        <p:grpSpPr>
          <a:xfrm>
            <a:off x="838199" y="838199"/>
            <a:ext cx="2743061" cy="1219201"/>
            <a:chOff x="0" y="0"/>
            <a:chExt cx="2743059" cy="1219200"/>
          </a:xfrm>
        </p:grpSpPr>
        <p:sp>
          <p:nvSpPr>
            <p:cNvPr id="104" name="Shape 104"/>
            <p:cNvSpPr/>
            <p:nvPr/>
          </p:nvSpPr>
          <p:spPr>
            <a:xfrm flipH="1" flipV="1">
              <a:off x="1888483" y="850899"/>
              <a:ext cx="292789" cy="368301"/>
            </a:xfrm>
            <a:prstGeom prst="line">
              <a:avLst/>
            </a:prstGeom>
            <a:noFill/>
            <a:ln w="38100" cap="flat">
              <a:solidFill>
                <a:srgbClr val="000000"/>
              </a:solidFill>
              <a:prstDash val="solid"/>
              <a:round/>
              <a:headEnd type="stealth" w="med" len="med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lvl="0" algn="l" defTabSz="457200">
                <a:defRPr sz="1200">
                  <a:latin typeface="+mj-lt"/>
                  <a:ea typeface="+mj-ea"/>
                  <a:cs typeface="+mj-cs"/>
                  <a:sym typeface="Helvetica"/>
                </a:defRPr>
              </a:pPr>
              <a:endParaRPr/>
            </a:p>
          </p:txBody>
        </p:sp>
        <p:grpSp>
          <p:nvGrpSpPr>
            <p:cNvPr id="107" name="Group 107"/>
            <p:cNvGrpSpPr/>
            <p:nvPr/>
          </p:nvGrpSpPr>
          <p:grpSpPr>
            <a:xfrm>
              <a:off x="-1" y="-1"/>
              <a:ext cx="2743061" cy="975503"/>
              <a:chOff x="0" y="0"/>
              <a:chExt cx="2743059" cy="975501"/>
            </a:xfrm>
          </p:grpSpPr>
          <p:sp>
            <p:nvSpPr>
              <p:cNvPr id="105" name="Shape 105"/>
              <p:cNvSpPr/>
              <p:nvPr/>
            </p:nvSpPr>
            <p:spPr>
              <a:xfrm>
                <a:off x="0" y="0"/>
                <a:ext cx="2743060" cy="965200"/>
              </a:xfrm>
              <a:prstGeom prst="rect">
                <a:avLst/>
              </a:prstGeom>
              <a:solidFill>
                <a:srgbClr val="FFFF33"/>
              </a:solidFill>
              <a:ln w="254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0" tIns="0" rIns="0" bIns="0" numCol="1" anchor="t">
                <a:noAutofit/>
              </a:bodyPr>
              <a:lstStyle/>
              <a:p>
                <a:pPr lvl="0" algn="l">
                  <a:defRPr>
                    <a:latin typeface="Gill Sans"/>
                    <a:ea typeface="Gill Sans"/>
                    <a:cs typeface="Gill Sans"/>
                    <a:sym typeface="Gill Sans"/>
                  </a:defRPr>
                </a:pPr>
                <a:endParaRPr/>
              </a:p>
            </p:txBody>
          </p:sp>
          <p:sp>
            <p:nvSpPr>
              <p:cNvPr id="106" name="Shape 106"/>
              <p:cNvSpPr/>
              <p:nvPr/>
            </p:nvSpPr>
            <p:spPr>
              <a:xfrm>
                <a:off x="0" y="0"/>
                <a:ext cx="2743060" cy="97550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91439" tIns="91439" rIns="91439" bIns="91439" numCol="1" anchor="t">
                <a:spAutoFit/>
              </a:bodyPr>
              <a:lstStyle/>
              <a:p>
                <a:pPr lvl="0" algn="l">
                  <a:defRPr sz="1800"/>
                </a:pPr>
                <a:r>
                  <a:rPr>
                    <a:latin typeface="Arial"/>
                    <a:ea typeface="Arial"/>
                    <a:cs typeface="Arial"/>
                    <a:sym typeface="Arial"/>
                  </a:rPr>
                  <a:t>In Java, all variable and function definitions are inside </a:t>
                </a:r>
                <a:r>
                  <a:rPr i="1">
                    <a:latin typeface="Arial"/>
                    <a:ea typeface="Arial"/>
                    <a:cs typeface="Arial"/>
                    <a:sym typeface="Arial"/>
                  </a:rPr>
                  <a:t>class</a:t>
                </a:r>
                <a:r>
                  <a:rPr>
                    <a:latin typeface="Arial"/>
                    <a:ea typeface="Arial"/>
                    <a:cs typeface="Arial"/>
                    <a:sym typeface="Arial"/>
                  </a:rPr>
                  <a:t> definitions</a:t>
                </a:r>
              </a:p>
            </p:txBody>
          </p:sp>
        </p:grpSp>
      </p:grpSp>
      <p:grpSp>
        <p:nvGrpSpPr>
          <p:cNvPr id="113" name="Group 113"/>
          <p:cNvGrpSpPr/>
          <p:nvPr/>
        </p:nvGrpSpPr>
        <p:grpSpPr>
          <a:xfrm>
            <a:off x="5194300" y="1371600"/>
            <a:ext cx="3111500" cy="1411289"/>
            <a:chOff x="0" y="0"/>
            <a:chExt cx="3111499" cy="1411288"/>
          </a:xfrm>
        </p:grpSpPr>
        <p:sp>
          <p:nvSpPr>
            <p:cNvPr id="109" name="Shape 109"/>
            <p:cNvSpPr/>
            <p:nvPr/>
          </p:nvSpPr>
          <p:spPr>
            <a:xfrm flipV="1">
              <a:off x="0" y="292430"/>
              <a:ext cx="2044701" cy="1118859"/>
            </a:xfrm>
            <a:prstGeom prst="line">
              <a:avLst/>
            </a:prstGeom>
            <a:noFill/>
            <a:ln w="38100" cap="flat">
              <a:solidFill>
                <a:srgbClr val="000000"/>
              </a:solidFill>
              <a:prstDash val="solid"/>
              <a:round/>
              <a:headEnd type="stealth" w="med" len="med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lvl="0" algn="l" defTabSz="457200">
                <a:defRPr sz="1200">
                  <a:latin typeface="+mj-lt"/>
                  <a:ea typeface="+mj-ea"/>
                  <a:cs typeface="+mj-cs"/>
                  <a:sym typeface="Helvetica"/>
                </a:defRPr>
              </a:pPr>
              <a:endParaRPr/>
            </a:p>
          </p:txBody>
        </p:sp>
        <p:grpSp>
          <p:nvGrpSpPr>
            <p:cNvPr id="112" name="Group 112"/>
            <p:cNvGrpSpPr/>
            <p:nvPr/>
          </p:nvGrpSpPr>
          <p:grpSpPr>
            <a:xfrm>
              <a:off x="533400" y="0"/>
              <a:ext cx="2578100" cy="457716"/>
              <a:chOff x="0" y="0"/>
              <a:chExt cx="2578100" cy="457715"/>
            </a:xfrm>
          </p:grpSpPr>
          <p:sp>
            <p:nvSpPr>
              <p:cNvPr id="110" name="Shape 110"/>
              <p:cNvSpPr/>
              <p:nvPr/>
            </p:nvSpPr>
            <p:spPr>
              <a:xfrm>
                <a:off x="0" y="0"/>
                <a:ext cx="2578100" cy="457715"/>
              </a:xfrm>
              <a:prstGeom prst="rect">
                <a:avLst/>
              </a:prstGeom>
              <a:solidFill>
                <a:srgbClr val="FFFF33"/>
              </a:solidFill>
              <a:ln w="254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0" tIns="0" rIns="0" bIns="0" numCol="1" anchor="t">
                <a:noAutofit/>
              </a:bodyPr>
              <a:lstStyle/>
              <a:p>
                <a:pPr lvl="0" algn="l">
                  <a:defRPr>
                    <a:latin typeface="Gill Sans"/>
                    <a:ea typeface="Gill Sans"/>
                    <a:cs typeface="Gill Sans"/>
                    <a:sym typeface="Gill Sans"/>
                  </a:defRPr>
                </a:pPr>
                <a:endParaRPr/>
              </a:p>
            </p:txBody>
          </p:sp>
          <p:sp>
            <p:nvSpPr>
              <p:cNvPr id="111" name="Shape 111"/>
              <p:cNvSpPr/>
              <p:nvPr/>
            </p:nvSpPr>
            <p:spPr>
              <a:xfrm>
                <a:off x="0" y="0"/>
                <a:ext cx="2578100" cy="44210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91439" tIns="91439" rIns="91439" bIns="91439" numCol="1" anchor="t">
                <a:spAutoFit/>
              </a:bodyPr>
              <a:lstStyle/>
              <a:p>
                <a:pPr lvl="0" algn="l">
                  <a:defRPr sz="1800"/>
                </a:pPr>
                <a:r>
                  <a:rPr b="1">
                    <a:latin typeface="Arial"/>
                    <a:ea typeface="Arial"/>
                    <a:cs typeface="Arial"/>
                    <a:sym typeface="Arial"/>
                  </a:rPr>
                  <a:t>main</a:t>
                </a:r>
                <a:r>
                  <a:rPr>
                    <a:latin typeface="Arial"/>
                    <a:ea typeface="Arial"/>
                    <a:cs typeface="Arial"/>
                    <a:sym typeface="Arial"/>
                  </a:rPr>
                  <a:t> is where we start</a:t>
                </a:r>
              </a:p>
            </p:txBody>
          </p:sp>
        </p:grpSp>
      </p:grpSp>
      <p:grpSp>
        <p:nvGrpSpPr>
          <p:cNvPr id="118" name="Group 118"/>
          <p:cNvGrpSpPr/>
          <p:nvPr/>
        </p:nvGrpSpPr>
        <p:grpSpPr>
          <a:xfrm>
            <a:off x="1143000" y="3454400"/>
            <a:ext cx="3340100" cy="1981200"/>
            <a:chOff x="0" y="0"/>
            <a:chExt cx="3340100" cy="1981199"/>
          </a:xfrm>
        </p:grpSpPr>
        <p:sp>
          <p:nvSpPr>
            <p:cNvPr id="114" name="Shape 114"/>
            <p:cNvSpPr/>
            <p:nvPr/>
          </p:nvSpPr>
          <p:spPr>
            <a:xfrm flipH="1">
              <a:off x="1574799" y="-1"/>
              <a:ext cx="419102" cy="1092202"/>
            </a:xfrm>
            <a:prstGeom prst="line">
              <a:avLst/>
            </a:prstGeom>
            <a:noFill/>
            <a:ln w="38100" cap="flat">
              <a:solidFill>
                <a:srgbClr val="000000"/>
              </a:solidFill>
              <a:prstDash val="solid"/>
              <a:round/>
              <a:headEnd type="stealth" w="med" len="med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lvl="0" algn="l" defTabSz="457200">
                <a:defRPr sz="1200">
                  <a:latin typeface="+mj-lt"/>
                  <a:ea typeface="+mj-ea"/>
                  <a:cs typeface="+mj-cs"/>
                  <a:sym typeface="Helvetica"/>
                </a:defRPr>
              </a:pPr>
              <a:endParaRPr/>
            </a:p>
          </p:txBody>
        </p:sp>
        <p:grpSp>
          <p:nvGrpSpPr>
            <p:cNvPr id="117" name="Group 117"/>
            <p:cNvGrpSpPr/>
            <p:nvPr/>
          </p:nvGrpSpPr>
          <p:grpSpPr>
            <a:xfrm>
              <a:off x="0" y="888999"/>
              <a:ext cx="3340100" cy="1092201"/>
              <a:chOff x="0" y="0"/>
              <a:chExt cx="3340100" cy="1092200"/>
            </a:xfrm>
          </p:grpSpPr>
          <p:sp>
            <p:nvSpPr>
              <p:cNvPr id="115" name="Shape 115"/>
              <p:cNvSpPr/>
              <p:nvPr/>
            </p:nvSpPr>
            <p:spPr>
              <a:xfrm>
                <a:off x="0" y="0"/>
                <a:ext cx="3340100" cy="1092200"/>
              </a:xfrm>
              <a:prstGeom prst="rect">
                <a:avLst/>
              </a:prstGeom>
              <a:solidFill>
                <a:srgbClr val="FFFF33"/>
              </a:solidFill>
              <a:ln w="254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0" tIns="0" rIns="0" bIns="0" numCol="1" anchor="t">
                <a:noAutofit/>
              </a:bodyPr>
              <a:lstStyle/>
              <a:p>
                <a:pPr lvl="0" algn="l">
                  <a:defRPr sz="1600">
                    <a:latin typeface="Lucida Sans"/>
                    <a:ea typeface="Lucida Sans"/>
                    <a:cs typeface="Lucida Sans"/>
                    <a:sym typeface="Lucida Sans"/>
                  </a:defRPr>
                </a:pPr>
                <a:endParaRPr/>
              </a:p>
            </p:txBody>
          </p:sp>
          <p:sp>
            <p:nvSpPr>
              <p:cNvPr id="116" name="Shape 116"/>
              <p:cNvSpPr/>
              <p:nvPr/>
            </p:nvSpPr>
            <p:spPr>
              <a:xfrm>
                <a:off x="0" y="0"/>
                <a:ext cx="3340100" cy="90678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91439" tIns="91439" rIns="91439" bIns="91439" numCol="1" anchor="t">
                <a:spAutoFit/>
              </a:bodyPr>
              <a:lstStyle/>
              <a:p>
                <a:pPr lvl="0" algn="l">
                  <a:defRPr sz="1800"/>
                </a:pPr>
                <a:r>
                  <a:rPr sz="1600" b="1">
                    <a:latin typeface="Lucida Sans"/>
                    <a:ea typeface="Lucida Sans"/>
                    <a:cs typeface="Lucida Sans"/>
                    <a:sym typeface="Lucida Sans"/>
                  </a:rPr>
                  <a:t>System.out</a:t>
                </a:r>
                <a:r>
                  <a:rPr sz="1600">
                    <a:latin typeface="Lucida Sans"/>
                    <a:ea typeface="Lucida Sans"/>
                    <a:cs typeface="Lucida Sans"/>
                    <a:sym typeface="Lucida Sans"/>
                  </a:rPr>
                  <a:t> is Java's standard output stream.  This is the variable called </a:t>
                </a:r>
                <a:r>
                  <a:rPr sz="1600" b="1">
                    <a:latin typeface="Lucida Sans"/>
                    <a:ea typeface="Lucida Sans"/>
                    <a:cs typeface="Lucida Sans"/>
                    <a:sym typeface="Lucida Sans"/>
                  </a:rPr>
                  <a:t>out</a:t>
                </a:r>
                <a:r>
                  <a:rPr sz="1600">
                    <a:latin typeface="Lucida Sans"/>
                    <a:ea typeface="Lucida Sans"/>
                    <a:cs typeface="Lucida Sans"/>
                    <a:sym typeface="Lucida Sans"/>
                  </a:rPr>
                  <a:t> in the </a:t>
                </a:r>
                <a:r>
                  <a:rPr sz="1600" b="1">
                    <a:latin typeface="Lucida Sans"/>
                    <a:ea typeface="Lucida Sans"/>
                    <a:cs typeface="Lucida Sans"/>
                    <a:sym typeface="Lucida Sans"/>
                  </a:rPr>
                  <a:t>System</a:t>
                </a:r>
                <a:r>
                  <a:rPr sz="1600">
                    <a:latin typeface="Lucida Sans"/>
                    <a:ea typeface="Lucida Sans"/>
                    <a:cs typeface="Lucida Sans"/>
                    <a:sym typeface="Lucida Sans"/>
                  </a:rPr>
                  <a:t> class.</a:t>
                </a:r>
              </a:p>
            </p:txBody>
          </p:sp>
        </p:grpSp>
      </p:grpSp>
      <p:grpSp>
        <p:nvGrpSpPr>
          <p:cNvPr id="123" name="Group 123"/>
          <p:cNvGrpSpPr/>
          <p:nvPr/>
        </p:nvGrpSpPr>
        <p:grpSpPr>
          <a:xfrm>
            <a:off x="4406899" y="3441700"/>
            <a:ext cx="4279901" cy="2197100"/>
            <a:chOff x="0" y="0"/>
            <a:chExt cx="4279900" cy="2197099"/>
          </a:xfrm>
        </p:grpSpPr>
        <p:sp>
          <p:nvSpPr>
            <p:cNvPr id="119" name="Shape 119"/>
            <p:cNvSpPr/>
            <p:nvPr/>
          </p:nvSpPr>
          <p:spPr>
            <a:xfrm>
              <a:off x="-1" y="-1"/>
              <a:ext cx="1687514" cy="1117602"/>
            </a:xfrm>
            <a:prstGeom prst="line">
              <a:avLst/>
            </a:prstGeom>
            <a:noFill/>
            <a:ln w="38100" cap="flat">
              <a:solidFill>
                <a:srgbClr val="000000"/>
              </a:solidFill>
              <a:prstDash val="solid"/>
              <a:round/>
              <a:headEnd type="stealth" w="med" len="med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lvl="0" algn="l" defTabSz="457200">
                <a:defRPr sz="1200">
                  <a:latin typeface="+mj-lt"/>
                  <a:ea typeface="+mj-ea"/>
                  <a:cs typeface="+mj-cs"/>
                  <a:sym typeface="Helvetica"/>
                </a:defRPr>
              </a:pPr>
              <a:endParaRPr/>
            </a:p>
          </p:txBody>
        </p:sp>
        <p:grpSp>
          <p:nvGrpSpPr>
            <p:cNvPr id="122" name="Group 122"/>
            <p:cNvGrpSpPr/>
            <p:nvPr/>
          </p:nvGrpSpPr>
          <p:grpSpPr>
            <a:xfrm>
              <a:off x="939800" y="952499"/>
              <a:ext cx="3340100" cy="1244601"/>
              <a:chOff x="0" y="0"/>
              <a:chExt cx="3340100" cy="1244600"/>
            </a:xfrm>
          </p:grpSpPr>
          <p:sp>
            <p:nvSpPr>
              <p:cNvPr id="120" name="Shape 120"/>
              <p:cNvSpPr/>
              <p:nvPr/>
            </p:nvSpPr>
            <p:spPr>
              <a:xfrm>
                <a:off x="0" y="0"/>
                <a:ext cx="3340100" cy="1244600"/>
              </a:xfrm>
              <a:prstGeom prst="rect">
                <a:avLst/>
              </a:prstGeom>
              <a:solidFill>
                <a:srgbClr val="FFFF33"/>
              </a:solidFill>
              <a:ln w="254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0" tIns="0" rIns="0" bIns="0" numCol="1" anchor="t">
                <a:noAutofit/>
              </a:bodyPr>
              <a:lstStyle/>
              <a:p>
                <a:pPr lvl="0" algn="l">
                  <a:defRPr sz="1600" b="1">
                    <a:latin typeface="Lucida Sans"/>
                    <a:ea typeface="Lucida Sans"/>
                    <a:cs typeface="Lucida Sans"/>
                    <a:sym typeface="Lucida Sans"/>
                  </a:defRPr>
                </a:pPr>
                <a:endParaRPr/>
              </a:p>
            </p:txBody>
          </p:sp>
          <p:sp>
            <p:nvSpPr>
              <p:cNvPr id="121" name="Shape 121"/>
              <p:cNvSpPr/>
              <p:nvPr/>
            </p:nvSpPr>
            <p:spPr>
              <a:xfrm>
                <a:off x="0" y="0"/>
                <a:ext cx="3340100" cy="90678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91439" tIns="91439" rIns="91439" bIns="91439" numCol="1" anchor="t">
                <a:spAutoFit/>
              </a:bodyPr>
              <a:lstStyle/>
              <a:p>
                <a:pPr lvl="0" algn="l">
                  <a:defRPr sz="1800"/>
                </a:pPr>
                <a:r>
                  <a:rPr sz="1600" b="1">
                    <a:latin typeface="Lucida Sans"/>
                    <a:ea typeface="Lucida Sans"/>
                    <a:cs typeface="Lucida Sans"/>
                    <a:sym typeface="Lucida Sans"/>
                  </a:rPr>
                  <a:t>System.out</a:t>
                </a:r>
                <a:r>
                  <a:rPr sz="1600">
                    <a:latin typeface="Lucida Sans"/>
                    <a:ea typeface="Lucida Sans"/>
                    <a:cs typeface="Lucida Sans"/>
                    <a:sym typeface="Lucida Sans"/>
                  </a:rPr>
                  <a:t> is an </a:t>
                </a:r>
                <a:r>
                  <a:rPr sz="1600" i="1">
                    <a:latin typeface="Lucida Sans"/>
                    <a:ea typeface="Lucida Sans"/>
                    <a:cs typeface="Lucida Sans"/>
                    <a:sym typeface="Lucida Sans"/>
                  </a:rPr>
                  <a:t>object</a:t>
                </a:r>
                <a:r>
                  <a:rPr sz="1600">
                    <a:latin typeface="Lucida Sans"/>
                    <a:ea typeface="Lucida Sans"/>
                    <a:cs typeface="Lucida Sans"/>
                    <a:sym typeface="Lucida Sans"/>
                  </a:rPr>
                  <a:t> from the </a:t>
                </a:r>
                <a:r>
                  <a:rPr sz="1600" b="1">
                    <a:latin typeface="Lucida Sans"/>
                    <a:ea typeface="Lucida Sans"/>
                    <a:cs typeface="Lucida Sans"/>
                    <a:sym typeface="Lucida Sans"/>
                  </a:rPr>
                  <a:t>PrintStream</a:t>
                </a:r>
                <a:r>
                  <a:rPr sz="1600">
                    <a:latin typeface="Lucida Sans"/>
                    <a:ea typeface="Lucida Sans"/>
                    <a:cs typeface="Lucida Sans"/>
                    <a:sym typeface="Lucida Sans"/>
                  </a:rPr>
                  <a:t> class.  </a:t>
                </a:r>
                <a:r>
                  <a:rPr sz="1600" b="1">
                    <a:latin typeface="Lucida Sans"/>
                    <a:ea typeface="Lucida Sans"/>
                    <a:cs typeface="Lucida Sans"/>
                    <a:sym typeface="Lucida Sans"/>
                  </a:rPr>
                  <a:t>PrintStream</a:t>
                </a:r>
                <a:r>
                  <a:rPr sz="1600">
                    <a:latin typeface="Lucida Sans"/>
                    <a:ea typeface="Lucida Sans"/>
                    <a:cs typeface="Lucida Sans"/>
                    <a:sym typeface="Lucida Sans"/>
                  </a:rPr>
                  <a:t> has a </a:t>
                </a:r>
                <a:r>
                  <a:rPr sz="1600" i="1">
                    <a:latin typeface="Lucida Sans"/>
                    <a:ea typeface="Lucida Sans"/>
                    <a:cs typeface="Lucida Sans"/>
                    <a:sym typeface="Lucida Sans"/>
                  </a:rPr>
                  <a:t>method</a:t>
                </a:r>
                <a:r>
                  <a:rPr sz="1600">
                    <a:latin typeface="Lucida Sans"/>
                    <a:ea typeface="Lucida Sans"/>
                    <a:cs typeface="Lucida Sans"/>
                    <a:sym typeface="Lucida Sans"/>
                  </a:rPr>
                  <a:t> called </a:t>
                </a:r>
                <a:r>
                  <a:rPr sz="1600" b="1">
                    <a:latin typeface="Lucida Sans"/>
                    <a:ea typeface="Lucida Sans"/>
                    <a:cs typeface="Lucida Sans"/>
                    <a:sym typeface="Lucida Sans"/>
                  </a:rPr>
                  <a:t>println( ).</a:t>
                </a:r>
              </a:p>
            </p:txBody>
          </p:sp>
        </p:grpSp>
      </p:grpSp>
      <p:grpSp>
        <p:nvGrpSpPr>
          <p:cNvPr id="126" name="Group 126"/>
          <p:cNvGrpSpPr/>
          <p:nvPr/>
        </p:nvGrpSpPr>
        <p:grpSpPr>
          <a:xfrm>
            <a:off x="8382000" y="6248400"/>
            <a:ext cx="558800" cy="419100"/>
            <a:chOff x="0" y="0"/>
            <a:chExt cx="558800" cy="419100"/>
          </a:xfrm>
        </p:grpSpPr>
        <p:sp>
          <p:nvSpPr>
            <p:cNvPr id="124" name="Shape 124"/>
            <p:cNvSpPr/>
            <p:nvPr/>
          </p:nvSpPr>
          <p:spPr>
            <a:xfrm>
              <a:off x="0" y="0"/>
              <a:ext cx="558800" cy="419100"/>
            </a:xfrm>
            <a:prstGeom prst="rect">
              <a:avLst/>
            </a:prstGeom>
            <a:solidFill>
              <a:srgbClr val="9BBB59"/>
            </a:solidFill>
            <a:ln w="25400" cap="flat">
              <a:solidFill>
                <a:srgbClr val="718841"/>
              </a:solidFill>
              <a:prstDash val="solid"/>
              <a:bevel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lvl="0">
                <a:defRPr sz="20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25" name="Shape 125"/>
            <p:cNvSpPr/>
            <p:nvPr/>
          </p:nvSpPr>
          <p:spPr>
            <a:xfrm>
              <a:off x="0" y="55662"/>
              <a:ext cx="558800" cy="30777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>
                <a:defRPr sz="2000">
                  <a:solidFill>
                    <a:srgbClr val="FFFFFF"/>
                  </a:solidFill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000" dirty="0">
                  <a:solidFill>
                    <a:srgbClr val="FFFFFF"/>
                  </a:solidFill>
                </a:rPr>
                <a:t>Q</a:t>
              </a:r>
              <a:r>
                <a:rPr lang="en-US" sz="2000" dirty="0">
                  <a:solidFill>
                    <a:srgbClr val="FFFFFF"/>
                  </a:solidFill>
                </a:rPr>
                <a:t>6</a:t>
              </a:r>
              <a:endParaRPr sz="2000" dirty="0">
                <a:solidFill>
                  <a:srgbClr val="FFFFFF"/>
                </a:solidFill>
              </a:endParaRP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8" grpId="0" animBg="1" advAuto="0"/>
      <p:bldP spid="113" grpId="0" animBg="1" advAuto="0"/>
      <p:bldP spid="118" grpId="0" animBg="1" advAuto="0"/>
      <p:bldP spid="123" grpId="0" animBg="1" advAuto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Shape 97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4400" dirty="0"/>
              <a:t>HelloPrinter.java</a:t>
            </a:r>
          </a:p>
        </p:txBody>
      </p:sp>
      <p:sp>
        <p:nvSpPr>
          <p:cNvPr id="98" name="Shape 98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lvl="0">
              <a:lnSpc>
                <a:spcPct val="90000"/>
              </a:lnSpc>
              <a:spcBef>
                <a:spcPts val="600"/>
              </a:spcBef>
              <a:defRPr sz="1800"/>
            </a:pPr>
            <a:r>
              <a:rPr sz="2900" dirty="0"/>
              <a:t>To run a Java program:</a:t>
            </a:r>
          </a:p>
          <a:p>
            <a:pPr marL="742950" lvl="1" indent="-285750">
              <a:lnSpc>
                <a:spcPct val="90000"/>
              </a:lnSpc>
              <a:spcBef>
                <a:spcPts val="600"/>
              </a:spcBef>
              <a:defRPr sz="1800"/>
            </a:pPr>
            <a:r>
              <a:rPr sz="2500" dirty="0"/>
              <a:t>Right-click the .java file in Package Explorer view</a:t>
            </a:r>
          </a:p>
          <a:p>
            <a:pPr marL="742950" lvl="1" indent="-285750">
              <a:lnSpc>
                <a:spcPct val="90000"/>
              </a:lnSpc>
              <a:spcBef>
                <a:spcPts val="600"/>
              </a:spcBef>
              <a:defRPr sz="1800"/>
            </a:pPr>
            <a:r>
              <a:rPr sz="2500" dirty="0"/>
              <a:t>Choose </a:t>
            </a:r>
            <a:r>
              <a:rPr sz="2500" b="1" dirty="0"/>
              <a:t>Run As → Java Application</a:t>
            </a:r>
            <a:endParaRPr sz="2500" dirty="0"/>
          </a:p>
          <a:p>
            <a:pPr lvl="0">
              <a:lnSpc>
                <a:spcPct val="90000"/>
              </a:lnSpc>
              <a:spcBef>
                <a:spcPts val="600"/>
              </a:spcBef>
              <a:defRPr sz="1800"/>
            </a:pPr>
            <a:r>
              <a:rPr lang="en-US" sz="2900" dirty="0"/>
              <a:t>Introduce yourself to your neighbor and c</a:t>
            </a:r>
            <a:r>
              <a:rPr sz="2900" dirty="0"/>
              <a:t>hange the program to say hello to </a:t>
            </a:r>
            <a:r>
              <a:rPr lang="en-US" sz="2900" dirty="0"/>
              <a:t>them</a:t>
            </a:r>
            <a:endParaRPr sz="2900" dirty="0"/>
          </a:p>
          <a:p>
            <a:pPr lvl="0">
              <a:lnSpc>
                <a:spcPct val="90000"/>
              </a:lnSpc>
              <a:spcBef>
                <a:spcPts val="600"/>
              </a:spcBef>
              <a:defRPr sz="1800"/>
            </a:pPr>
            <a:r>
              <a:rPr sz="2900" dirty="0"/>
              <a:t>Introduce an error in the program</a:t>
            </a:r>
          </a:p>
          <a:p>
            <a:pPr marL="742950" lvl="1" indent="-285750">
              <a:lnSpc>
                <a:spcPct val="90000"/>
              </a:lnSpc>
              <a:spcBef>
                <a:spcPts val="600"/>
              </a:spcBef>
              <a:defRPr sz="1800"/>
            </a:pPr>
            <a:r>
              <a:rPr sz="2500" dirty="0"/>
              <a:t>See if you can come up with a different error than </a:t>
            </a:r>
            <a:r>
              <a:rPr lang="en-US" sz="2500" dirty="0"/>
              <a:t>your neighbor</a:t>
            </a:r>
            <a:endParaRPr sz="2500" dirty="0"/>
          </a:p>
          <a:p>
            <a:pPr lvl="0">
              <a:lnSpc>
                <a:spcPct val="90000"/>
              </a:lnSpc>
              <a:spcBef>
                <a:spcPts val="600"/>
              </a:spcBef>
              <a:defRPr sz="1800"/>
            </a:pPr>
            <a:r>
              <a:rPr sz="2900" dirty="0"/>
              <a:t>Fix the error that </a:t>
            </a:r>
            <a:r>
              <a:rPr lang="en-US" sz="2900" dirty="0"/>
              <a:t>your neighbor </a:t>
            </a:r>
            <a:r>
              <a:rPr sz="2900" dirty="0"/>
              <a:t>introduced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1960" y="-30480"/>
            <a:ext cx="8229600" cy="898524"/>
          </a:xfrm>
        </p:spPr>
        <p:txBody>
          <a:bodyPr/>
          <a:lstStyle/>
          <a:p>
            <a:r>
              <a:rPr lang="en-US" dirty="0"/>
              <a:t>In Class Coding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9080" y="741303"/>
            <a:ext cx="8884920" cy="6034430"/>
          </a:xfrm>
        </p:spPr>
        <p:txBody>
          <a:bodyPr>
            <a:normAutofit/>
          </a:bodyPr>
          <a:lstStyle/>
          <a:p>
            <a:r>
              <a:rPr lang="en-US" sz="2800" dirty="0"/>
              <a:t>You can do this in pairs or on your own. There are 3 files:</a:t>
            </a:r>
          </a:p>
          <a:p>
            <a:pPr marL="457200" lvl="1" indent="0">
              <a:buNone/>
            </a:pPr>
            <a:r>
              <a:rPr lang="en-US" sz="2000" dirty="0"/>
              <a:t>ConditionalExamples.java, LoopProbs.java, and LoopProbsTest.java</a:t>
            </a:r>
          </a:p>
          <a:p>
            <a:r>
              <a:rPr lang="en-US" sz="2400" dirty="0"/>
              <a:t>The first two contain several solved and unsolved functions.</a:t>
            </a:r>
          </a:p>
          <a:p>
            <a:r>
              <a:rPr lang="en-US" sz="2400" dirty="0"/>
              <a:t>If you have a problem that you can’t quickly debug, or need a hint – call me or the TA over</a:t>
            </a:r>
          </a:p>
          <a:p>
            <a:r>
              <a:rPr lang="en-US" sz="2400" dirty="0"/>
              <a:t>Test your code to ensure you’re right using the green “Play” buttons</a:t>
            </a:r>
          </a:p>
          <a:p>
            <a:pPr lvl="1"/>
            <a:r>
              <a:rPr lang="en-US" sz="2400" dirty="0"/>
              <a:t>In ConditionalExamples.java, </a:t>
            </a:r>
            <a:br>
              <a:rPr lang="en-US" sz="2400" dirty="0"/>
            </a:br>
            <a:r>
              <a:rPr lang="en-US" sz="2400" dirty="0"/>
              <a:t>modify “main” to call your</a:t>
            </a:r>
            <a:br>
              <a:rPr lang="en-US" sz="2400" dirty="0"/>
            </a:br>
            <a:r>
              <a:rPr lang="en-US" sz="2400" dirty="0"/>
              <a:t>new functions with </a:t>
            </a:r>
            <a:br>
              <a:rPr lang="en-US" sz="2400" dirty="0"/>
            </a:br>
            <a:r>
              <a:rPr lang="en-US" sz="2400" dirty="0"/>
              <a:t>test values</a:t>
            </a:r>
            <a:r>
              <a:rPr lang="en-US" sz="2400" i="1" dirty="0"/>
              <a:t> </a:t>
            </a:r>
            <a:br>
              <a:rPr lang="en-US" sz="2400" i="1" dirty="0"/>
            </a:br>
            <a:r>
              <a:rPr lang="en-US" sz="2400" i="1" dirty="0"/>
              <a:t>(print to see results)</a:t>
            </a:r>
            <a:endParaRPr lang="en-US" sz="2800" i="1" dirty="0"/>
          </a:p>
          <a:p>
            <a:pPr lvl="1"/>
            <a:r>
              <a:rPr lang="en-US" sz="2400" dirty="0"/>
              <a:t>For LoopProbs.java, </a:t>
            </a:r>
            <a:br>
              <a:rPr lang="en-US" sz="2400" dirty="0"/>
            </a:br>
            <a:r>
              <a:rPr lang="en-US" sz="2400" dirty="0"/>
              <a:t>run the LoopProbsTest.java </a:t>
            </a:r>
            <a:br>
              <a:rPr lang="en-US" sz="2400" dirty="0"/>
            </a:br>
            <a:r>
              <a:rPr lang="en-US" sz="2400" dirty="0"/>
              <a:t>file (as JUnit Test)</a:t>
            </a:r>
          </a:p>
          <a:p>
            <a:pPr marL="457200" lvl="1" indent="0">
              <a:buNone/>
            </a:pPr>
            <a:endParaRPr lang="en-US" sz="28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7853D02-F123-8A23-A911-F42F428A17C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" r="41624" b="11109"/>
          <a:stretch>
            <a:fillRect/>
          </a:stretch>
        </p:blipFill>
        <p:spPr>
          <a:xfrm>
            <a:off x="4713475" y="3581400"/>
            <a:ext cx="4232017" cy="121939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AF734C0-B182-1109-798C-9919306436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3475" y="5410200"/>
            <a:ext cx="4186715" cy="1061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935321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Running as App vs. JUnit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idx="1"/>
          </p:nvPr>
        </p:nvSpPr>
        <p:spPr>
          <a:xfrm>
            <a:off x="449580" y="1219200"/>
            <a:ext cx="8229600" cy="5257800"/>
          </a:xfrm>
        </p:spPr>
        <p:txBody>
          <a:bodyPr>
            <a:normAutofit/>
          </a:bodyPr>
          <a:lstStyle/>
          <a:p>
            <a:r>
              <a:rPr lang="en-US" dirty="0"/>
              <a:t>When running as an application, the first thing that runs is the “main” method</a:t>
            </a:r>
          </a:p>
          <a:p>
            <a:pPr lvl="1"/>
            <a:r>
              <a:rPr lang="en-US" dirty="0"/>
              <a:t>You’ll see errors/output in the console:</a:t>
            </a:r>
          </a:p>
          <a:p>
            <a:pPr lvl="1"/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When running as a JUnit Test, all tests run</a:t>
            </a:r>
          </a:p>
          <a:p>
            <a:pPr lvl="1"/>
            <a:r>
              <a:rPr lang="en-US" dirty="0"/>
              <a:t>You’ll see a summary of </a:t>
            </a:r>
            <a:br>
              <a:rPr lang="en-US" dirty="0"/>
            </a:br>
            <a:r>
              <a:rPr lang="en-US" dirty="0"/>
              <a:t>which ones passed, and </a:t>
            </a:r>
            <a:br>
              <a:rPr lang="en-US" dirty="0"/>
            </a:br>
            <a:r>
              <a:rPr lang="en-US" dirty="0"/>
              <a:t>can click each for details: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A7F4368-4F57-1986-0961-1E25AD69C5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6417" y="2867651"/>
            <a:ext cx="3891165" cy="112269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A5E92CA-B568-FE19-59DA-319992A7EB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5555" y="4550427"/>
            <a:ext cx="2590800" cy="2176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2536644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Types?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All variables in Java have a “type”</a:t>
            </a:r>
          </a:p>
          <a:p>
            <a:r>
              <a:rPr lang="en-US" dirty="0"/>
              <a:t>Describes the data that can be stored in a variable</a:t>
            </a:r>
          </a:p>
          <a:p>
            <a:pPr lvl="1"/>
            <a:r>
              <a:rPr lang="en-US" dirty="0"/>
              <a:t>short/int/long – whole numbers only</a:t>
            </a:r>
          </a:p>
          <a:p>
            <a:pPr lvl="1"/>
            <a:r>
              <a:rPr lang="en-US" dirty="0"/>
              <a:t>float/double – numbers with decimals</a:t>
            </a:r>
          </a:p>
          <a:p>
            <a:pPr lvl="1"/>
            <a:r>
              <a:rPr lang="en-US" dirty="0" err="1"/>
              <a:t>boolean</a:t>
            </a:r>
            <a:r>
              <a:rPr lang="en-US" dirty="0"/>
              <a:t> – true or false</a:t>
            </a:r>
          </a:p>
          <a:p>
            <a:pPr lvl="1"/>
            <a:r>
              <a:rPr lang="en-US" dirty="0"/>
              <a:t>char – a single text character</a:t>
            </a:r>
          </a:p>
          <a:p>
            <a:r>
              <a:rPr lang="en-US" dirty="0"/>
              <a:t>Classes (later) – Class names are also types, let you define your own, more complex, types</a:t>
            </a:r>
          </a:p>
        </p:txBody>
      </p:sp>
    </p:spTree>
    <p:extLst>
      <p:ext uri="{BB962C8B-B14F-4D97-AF65-F5344CB8AC3E}">
        <p14:creationId xmlns:p14="http://schemas.microsoft.com/office/powerpoint/2010/main" val="2279123359"/>
      </p:ext>
    </p:extLst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Shape 9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/>
              <a:t>Review Loops: while &amp; for Loops</a:t>
            </a:r>
            <a:endParaRPr lang="en-US" dirty="0"/>
          </a:p>
        </p:txBody>
      </p:sp>
      <p:sp>
        <p:nvSpPr>
          <p:cNvPr id="95" name="Shape 95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US" dirty="0"/>
              <a:t>While loop syntax:                Similar to Python</a:t>
            </a:r>
          </a:p>
          <a:p>
            <a:pPr marL="914400" lvl="2" indent="0">
              <a:buNone/>
            </a:pPr>
            <a:r>
              <a:rPr lang="en-US" dirty="0">
                <a:sym typeface="Lucida Sans Typewriter"/>
              </a:rPr>
              <a:t>while (condition) {    </a:t>
            </a:r>
            <a:br>
              <a:rPr lang="en-US" dirty="0">
                <a:sym typeface="Lucida Sans Typewriter"/>
              </a:rPr>
            </a:br>
            <a:r>
              <a:rPr lang="en-US" dirty="0">
                <a:sym typeface="Lucida Sans Typewriter"/>
              </a:rPr>
              <a:t>	statements</a:t>
            </a:r>
            <a:endParaRPr lang="en-US" dirty="0"/>
          </a:p>
          <a:p>
            <a:pPr marL="914400" lvl="2" indent="0">
              <a:buNone/>
            </a:pPr>
            <a:r>
              <a:rPr lang="en-US" dirty="0">
                <a:sym typeface="Lucida Sans Typewriter"/>
              </a:rPr>
              <a:t>}</a:t>
            </a:r>
          </a:p>
          <a:p>
            <a:pPr lvl="0"/>
            <a:r>
              <a:rPr lang="en-US" dirty="0"/>
              <a:t>For loop syntax:            Different from Python</a:t>
            </a:r>
          </a:p>
          <a:p>
            <a:pPr lvl="0"/>
            <a:endParaRPr lang="en-US" dirty="0"/>
          </a:p>
          <a:p>
            <a:pPr marL="914400" lvl="2" indent="0">
              <a:buNone/>
            </a:pPr>
            <a:r>
              <a:rPr lang="en-US" dirty="0">
                <a:sym typeface="Lucida Sans Typewriter"/>
              </a:rPr>
              <a:t>for (initialization ; condition ; update) {</a:t>
            </a:r>
            <a:br>
              <a:rPr lang="en-US" dirty="0">
                <a:sym typeface="Lucida Sans Typewriter"/>
              </a:rPr>
            </a:br>
            <a:r>
              <a:rPr lang="en-US" dirty="0">
                <a:sym typeface="Lucida Sans Typewriter"/>
              </a:rPr>
              <a:t>	    statements</a:t>
            </a:r>
            <a:endParaRPr lang="en-US" dirty="0"/>
          </a:p>
          <a:p>
            <a:pPr marL="914400" lvl="2" indent="0">
              <a:buNone/>
            </a:pPr>
            <a:r>
              <a:rPr lang="en-US" dirty="0">
                <a:sym typeface="Lucida Sans Typewriter"/>
              </a:rPr>
              <a:t> }</a:t>
            </a:r>
          </a:p>
        </p:txBody>
      </p:sp>
      <p:sp>
        <p:nvSpPr>
          <p:cNvPr id="97" name="Shape 97"/>
          <p:cNvSpPr/>
          <p:nvPr/>
        </p:nvSpPr>
        <p:spPr>
          <a:xfrm>
            <a:off x="4876800" y="5661738"/>
            <a:ext cx="4114800" cy="1107996"/>
          </a:xfrm>
          <a:prstGeom prst="rect">
            <a:avLst/>
          </a:prstGeom>
          <a:solidFill>
            <a:srgbClr val="EB641B"/>
          </a:solidFill>
          <a:ln w="25400" cap="rnd">
            <a:solidFill>
              <a:srgbClr val="AB4914"/>
            </a:solidFill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>
            <a:lvl1pPr>
              <a:defRPr sz="2400">
                <a:solidFill>
                  <a:srgbClr val="FFFFFF"/>
                </a:solidFill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400" dirty="0">
                <a:solidFill>
                  <a:srgbClr val="FFFFFF"/>
                </a:solidFill>
              </a:rPr>
              <a:t>In both cases, curly braces optional if only one statement in body; but be careful!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F372AF3-C4F3-FA70-C761-77D0315447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200" y="2057400"/>
            <a:ext cx="2246025" cy="189009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93294898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742723" y="-76200"/>
            <a:ext cx="5334000" cy="1508125"/>
          </a:xfrm>
        </p:spPr>
        <p:txBody>
          <a:bodyPr/>
          <a:lstStyle/>
          <a:p>
            <a:r>
              <a:rPr lang="en-US" dirty="0"/>
              <a:t>Java vs. Python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352800"/>
            <a:ext cx="9108244" cy="3124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7F493F1-C468-4B5F-A391-A88102E305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3800" y="914400"/>
            <a:ext cx="4953000" cy="208001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4FC8368-500C-40DD-8600-7AAE84D43A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31" y="939515"/>
            <a:ext cx="9144000" cy="208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7216702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33F4E1-045A-4F25-BB60-F134E2588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submit homework assignments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28175C-158E-4537-A5AD-52C5F0C896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lIns="45719" rIns="45719" anchor="t">
            <a:normAutofit/>
          </a:bodyPr>
          <a:lstStyle/>
          <a:p>
            <a:r>
              <a:rPr lang="en-US" dirty="0"/>
              <a:t>You'll submit your .java files via </a:t>
            </a:r>
            <a:r>
              <a:rPr lang="en-US" dirty="0" err="1"/>
              <a:t>GradeScope</a:t>
            </a:r>
            <a:endParaRPr lang="en-US" dirty="0"/>
          </a:p>
          <a:p>
            <a:r>
              <a:rPr lang="en-US" dirty="0"/>
              <a:t>There's instructions in the Homework section of the course Moodle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Helpful:</a:t>
            </a:r>
          </a:p>
          <a:p>
            <a:pPr marL="0" indent="0">
              <a:buNone/>
            </a:pPr>
            <a:r>
              <a:rPr lang="en-US" u="sng" dirty="0"/>
              <a:t>Python vs Java </a:t>
            </a:r>
            <a:r>
              <a:rPr lang="en-US" dirty="0"/>
              <a:t>features link</a:t>
            </a:r>
          </a:p>
          <a:p>
            <a:endParaRPr lang="en-US" dirty="0" err="1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DECE89F-20EF-7824-45AB-F01CEA1850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0" y="3657600"/>
            <a:ext cx="3486150" cy="29337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60001639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F9813-D81B-4812-BF37-51D503440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Deadlines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AB1AEC-C30B-420F-9CED-2EFA7A4B6F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458200" cy="5257800"/>
          </a:xfrm>
        </p:spPr>
        <p:txBody>
          <a:bodyPr/>
          <a:lstStyle/>
          <a:p>
            <a:r>
              <a:rPr lang="en-US" b="1" dirty="0"/>
              <a:t>You should AIM to complete these early, start working on them the day they appear on the Calendar</a:t>
            </a:r>
          </a:p>
          <a:p>
            <a:r>
              <a:rPr lang="en-US" dirty="0"/>
              <a:t>However, </a:t>
            </a:r>
            <a:r>
              <a:rPr lang="en-US" b="1" dirty="0"/>
              <a:t>if exceptional circumstances arise</a:t>
            </a:r>
            <a:r>
              <a:rPr lang="en-US" dirty="0"/>
              <a:t>, I will ask you to complete a form requesting an extension.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884BBB-B17E-AFE5-12E4-A31DB3F6BA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60" y="4186276"/>
            <a:ext cx="4934639" cy="79068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E2F1C05-EC60-D492-B490-E60DFC1B3B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657600"/>
            <a:ext cx="2124371" cy="65731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93E0A49-5A85-10E4-1F1F-5042503035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990" y="4976961"/>
            <a:ext cx="3572374" cy="56205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E9E041A-92F9-6A5A-4B7B-9ED13767F8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990" y="5569494"/>
            <a:ext cx="3400900" cy="57158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CB3A6D8E-0FA7-1A5A-9E99-A11ACB8CC9F8}"/>
                  </a:ext>
                </a:extLst>
              </p14:cNvPr>
              <p14:cNvContentPartPr/>
              <p14:nvPr/>
            </p14:nvContentPartPr>
            <p14:xfrm>
              <a:off x="4388850" y="3394530"/>
              <a:ext cx="3467880" cy="9180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CB3A6D8E-0FA7-1A5A-9E99-A11ACB8CC9F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379850" y="3385530"/>
                <a:ext cx="3485520" cy="109440"/>
              </a:xfrm>
              <a:prstGeom prst="rect">
                <a:avLst/>
              </a:prstGeom>
            </p:spPr>
          </p:pic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E522180D-2BD5-4CAF-FBB4-1F407BEF8424}"/>
              </a:ext>
            </a:extLst>
          </p:cNvPr>
          <p:cNvGrpSpPr/>
          <p:nvPr/>
        </p:nvGrpSpPr>
        <p:grpSpPr>
          <a:xfrm>
            <a:off x="5255370" y="3415050"/>
            <a:ext cx="530640" cy="1048320"/>
            <a:chOff x="5255370" y="3415050"/>
            <a:chExt cx="530640" cy="1048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079AF8B-AD12-8A32-B164-E12076AF1F9A}"/>
                    </a:ext>
                  </a:extLst>
                </p14:cNvPr>
                <p14:cNvContentPartPr/>
                <p14:nvPr/>
              </p14:nvContentPartPr>
              <p14:xfrm>
                <a:off x="5255370" y="3542850"/>
                <a:ext cx="530640" cy="9205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079AF8B-AD12-8A32-B164-E12076AF1F9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246730" y="3534210"/>
                  <a:ext cx="548280" cy="9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3B979025-0FF6-7BE1-9CC1-941DB64A34BB}"/>
                    </a:ext>
                  </a:extLst>
                </p14:cNvPr>
                <p14:cNvContentPartPr/>
                <p14:nvPr/>
              </p14:nvContentPartPr>
              <p14:xfrm>
                <a:off x="5647410" y="3415050"/>
                <a:ext cx="78840" cy="1854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3B979025-0FF6-7BE1-9CC1-941DB64A34B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638770" y="3406050"/>
                  <a:ext cx="96480" cy="2030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595913101"/>
      </p:ext>
    </p:extLst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Shape 180"/>
          <p:cNvSpPr>
            <a:spLocks noGrp="1"/>
          </p:cNvSpPr>
          <p:nvPr>
            <p:ph type="title"/>
          </p:nvPr>
        </p:nvSpPr>
        <p:spPr>
          <a:xfrm>
            <a:off x="457200" y="92076"/>
            <a:ext cx="8382000" cy="6464457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 algn="l" defTabSz="411479">
              <a:defRPr sz="1800"/>
            </a:pPr>
            <a:r>
              <a:rPr lang="en-US" sz="4725" b="1" dirty="0"/>
              <a:t>HW0 due soon, </a:t>
            </a:r>
            <a:br>
              <a:rPr sz="4725" b="1" dirty="0"/>
            </a:br>
            <a:r>
              <a:rPr lang="en-US" sz="4725" b="1" dirty="0"/>
              <a:t>see Moodle/</a:t>
            </a:r>
            <a:r>
              <a:rPr lang="en-US" sz="4725" b="1" dirty="0" err="1"/>
              <a:t>Gradescope</a:t>
            </a:r>
            <a:br>
              <a:rPr lang="en-US" sz="4725" b="1" dirty="0"/>
            </a:br>
            <a:br>
              <a:rPr lang="en-US" sz="4725" b="1" dirty="0"/>
            </a:br>
            <a:r>
              <a:rPr lang="en-US" sz="4725" b="1" dirty="0" err="1"/>
              <a:t>JavaIntroQuiz</a:t>
            </a:r>
            <a:r>
              <a:rPr lang="en-US" sz="4725" b="1" dirty="0"/>
              <a:t> is due tonight!</a:t>
            </a:r>
            <a:br>
              <a:rPr lang="en-US" sz="4725" b="1" dirty="0"/>
            </a:br>
            <a:br>
              <a:rPr lang="en-US" sz="4725" b="1" dirty="0"/>
            </a:br>
            <a:r>
              <a:rPr lang="en-US" sz="2400" b="1" dirty="0"/>
              <a:t>(It is your responsibility to keep up with the schedule)</a:t>
            </a:r>
            <a:br>
              <a:rPr sz="4725" b="1" dirty="0"/>
            </a:br>
            <a:br>
              <a:rPr sz="4725" b="1" dirty="0"/>
            </a:br>
            <a:r>
              <a:rPr lang="en-US" sz="4725" b="1" dirty="0"/>
              <a:t>Reach out if you have any questions</a:t>
            </a:r>
            <a:endParaRPr sz="4725" b="1" dirty="0"/>
          </a:p>
        </p:txBody>
      </p:sp>
      <p:sp>
        <p:nvSpPr>
          <p:cNvPr id="181" name="Shape 181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/>
          <a:lstStyle/>
          <a:p>
            <a:pPr lvl="0">
              <a:defRPr sz="1800">
                <a:solidFill>
                  <a:srgbClr val="000000"/>
                </a:solidFill>
              </a:defRPr>
            </a:pPr>
            <a:fld id="{86CB4B4D-7CA3-9044-876B-883B54F8677D}" type="slidenum">
              <a:rPr sz="1200">
                <a:solidFill>
                  <a:srgbClr val="888888"/>
                </a:solidFill>
              </a:rPr>
              <a:t>14</a:t>
            </a:fld>
            <a:endParaRPr sz="1200">
              <a:solidFill>
                <a:srgbClr val="888888"/>
              </a:solidFill>
            </a:endParaRPr>
          </a:p>
        </p:txBody>
      </p:sp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ECCB2F-C101-85FE-D041-F346D34EC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8E672A-CF24-E9CD-AE73-934D6EAE83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Grandview" panose="020B0502040204020203" pitchFamily="34" charset="0"/>
              </a:rPr>
              <a:t>HW0 – How to submit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BFCED5-17D2-EEF5-BF37-903D713A36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Grandview" panose="020B0502040204020203" pitchFamily="34" charset="0"/>
              </a:rPr>
              <a:t>Click HW0 link in Moodle to go to </a:t>
            </a:r>
            <a:r>
              <a:rPr lang="en-US" dirty="0" err="1">
                <a:latin typeface="Grandview" panose="020B0502040204020203" pitchFamily="34" charset="0"/>
              </a:rPr>
              <a:t>Gradescope</a:t>
            </a:r>
            <a:endParaRPr lang="en-US" dirty="0">
              <a:latin typeface="Grandview" panose="020B0502040204020203" pitchFamily="34" charset="0"/>
            </a:endParaRPr>
          </a:p>
          <a:p>
            <a:r>
              <a:rPr lang="en-US" dirty="0">
                <a:latin typeface="Grandview" panose="020B0502040204020203" pitchFamily="34" charset="0"/>
              </a:rPr>
              <a:t>Drag and drop HW0.java to submit</a:t>
            </a:r>
          </a:p>
          <a:p>
            <a:r>
              <a:rPr lang="en-US" dirty="0">
                <a:latin typeface="Grandview" panose="020B0502040204020203" pitchFamily="34" charset="0"/>
              </a:rPr>
              <a:t>Wait for the </a:t>
            </a:r>
            <a:r>
              <a:rPr lang="en-US" dirty="0" err="1">
                <a:latin typeface="Grandview" panose="020B0502040204020203" pitchFamily="34" charset="0"/>
              </a:rPr>
              <a:t>autograder</a:t>
            </a:r>
            <a:r>
              <a:rPr lang="en-US" dirty="0">
                <a:latin typeface="Grandview" panose="020B0502040204020203" pitchFamily="34" charset="0"/>
              </a:rPr>
              <a:t> to finish running</a:t>
            </a:r>
          </a:p>
        </p:txBody>
      </p:sp>
    </p:spTree>
    <p:extLst>
      <p:ext uri="{BB962C8B-B14F-4D97-AF65-F5344CB8AC3E}">
        <p14:creationId xmlns:p14="http://schemas.microsoft.com/office/powerpoint/2010/main" val="674903700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Default">
  <a:themeElements>
    <a:clrScheme name="Defaul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Default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Defaul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rgbClr val="4F81BD"/>
          </a:solidFill>
          <a:prstDash val="solid"/>
          <a:bevel/>
        </a:ln>
        <a:effectLst>
          <a:outerShdw blurRad="38100" dist="230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ctr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4F81BD"/>
          </a:solidFill>
          <a:prstDash val="solid"/>
          <a:bevel/>
        </a:ln>
        <a:effectLst>
          <a:outerShdw blurRad="38100" dist="20000" dir="5400000" rotWithShape="0">
            <a:srgbClr val="000000">
              <a:alpha val="38000"/>
            </a:srgb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ctr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Default">
  <a:themeElements>
    <a:clrScheme name="Defaul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Default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Defaul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rgbClr val="4F81BD"/>
          </a:solidFill>
          <a:prstDash val="solid"/>
          <a:bevel/>
        </a:ln>
        <a:effectLst>
          <a:outerShdw blurRad="38100" dist="230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ctr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4F81BD"/>
          </a:solidFill>
          <a:prstDash val="solid"/>
          <a:bevel/>
        </a:ln>
        <a:effectLst>
          <a:outerShdw blurRad="38100" dist="20000" dir="5400000" rotWithShape="0">
            <a:srgbClr val="000000">
              <a:alpha val="38000"/>
            </a:srgb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ctr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1370</TotalTime>
  <Words>784</Words>
  <Application>Microsoft Office PowerPoint</Application>
  <PresentationFormat>On-screen Show (4:3)</PresentationFormat>
  <Paragraphs>96</Paragraphs>
  <Slides>15</Slides>
  <Notes>7</Notes>
  <HiddenSlides>2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4" baseType="lpstr">
      <vt:lpstr>Arial</vt:lpstr>
      <vt:lpstr>Calibri</vt:lpstr>
      <vt:lpstr>Courier New</vt:lpstr>
      <vt:lpstr>Gill Sans</vt:lpstr>
      <vt:lpstr>Grandview</vt:lpstr>
      <vt:lpstr>Helvetica Neue</vt:lpstr>
      <vt:lpstr>Lucida Sans</vt:lpstr>
      <vt:lpstr>Lucida Sans Typewriter</vt:lpstr>
      <vt:lpstr>Default</vt:lpstr>
      <vt:lpstr>Critical Logistics</vt:lpstr>
      <vt:lpstr>Introduction to Java</vt:lpstr>
      <vt:lpstr>Agenda</vt:lpstr>
      <vt:lpstr>Let’s write hello world together</vt:lpstr>
      <vt:lpstr>A First Java Program</vt:lpstr>
      <vt:lpstr>HelloPrinter.java</vt:lpstr>
      <vt:lpstr>In Class Coding</vt:lpstr>
      <vt:lpstr>Running as App vs. JUnit</vt:lpstr>
      <vt:lpstr>What are Types?</vt:lpstr>
      <vt:lpstr>Review Loops: while &amp; for Loops</vt:lpstr>
      <vt:lpstr>Java vs. Python</vt:lpstr>
      <vt:lpstr>How to submit homework assignments</vt:lpstr>
      <vt:lpstr>Deadlines</vt:lpstr>
      <vt:lpstr>HW0 due soon,  see Moodle/Gradescope  JavaIntroQuiz is due tonight!  (It is your responsibility to keep up with the schedule)  Reach out if you have any questions</vt:lpstr>
      <vt:lpstr>HW0 – How to submit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to CSSE 220</dc:title>
  <cp:lastModifiedBy>Ludden, Ian</cp:lastModifiedBy>
  <cp:revision>149</cp:revision>
  <cp:lastPrinted>2016-09-02T12:41:22Z</cp:lastPrinted>
  <dcterms:modified xsi:type="dcterms:W3CDTF">2026-09-02T17:17:53Z</dcterms:modified>
</cp:coreProperties>
</file>
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39" r:id="rId4"/>
  </p:sldMasterIdLst>
  <p:notesMasterIdLst>
    <p:notesMasterId r:id="rId20"/>
  </p:notesMasterIdLst>
  <p:handoutMasterIdLst>
    <p:handoutMasterId r:id="rId21"/>
  </p:handoutMasterIdLst>
  <p:sldIdLst>
    <p:sldId id="256" r:id="rId5"/>
    <p:sldId id="311" r:id="rId6"/>
    <p:sldId id="335" r:id="rId7"/>
    <p:sldId id="355" r:id="rId8"/>
    <p:sldId id="336" r:id="rId9"/>
    <p:sldId id="348" r:id="rId10"/>
    <p:sldId id="337" r:id="rId11"/>
    <p:sldId id="353" r:id="rId12"/>
    <p:sldId id="354" r:id="rId13"/>
    <p:sldId id="347" r:id="rId14"/>
    <p:sldId id="342" r:id="rId15"/>
    <p:sldId id="453" r:id="rId16"/>
    <p:sldId id="455" r:id="rId17"/>
    <p:sldId id="454" r:id="rId18"/>
    <p:sldId id="334" r:id="rId19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DA1F28"/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666874-C50B-470B-A529-D21C9CA5373B}" v="4" dt="2023-11-20T20:32:39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56" autoAdjust="0"/>
    <p:restoredTop sz="85427" autoAdjust="0"/>
  </p:normalViewPr>
  <p:slideViewPr>
    <p:cSldViewPr snapToGrid="0">
      <p:cViewPr varScale="1">
        <p:scale>
          <a:sx n="94" d="100"/>
          <a:sy n="94" d="100"/>
        </p:scale>
        <p:origin x="171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uh, Wesley" userId="S::schuhwa@rose-hulman.edu::cf247bd0-6430-46a6-b8e6-0a39bcbb1957" providerId="AD" clId="Web-{B374607C-BDB9-4BAB-A14A-C82D9BD80D44}"/>
    <pc:docChg chg="addSld delSld">
      <pc:chgData name="Schuh, Wesley" userId="S::schuhwa@rose-hulman.edu::cf247bd0-6430-46a6-b8e6-0a39bcbb1957" providerId="AD" clId="Web-{B374607C-BDB9-4BAB-A14A-C82D9BD80D44}" dt="2022-10-31T19:04:23.772" v="1"/>
      <pc:docMkLst>
        <pc:docMk/>
      </pc:docMkLst>
      <pc:sldChg chg="add del">
        <pc:chgData name="Schuh, Wesley" userId="S::schuhwa@rose-hulman.edu::cf247bd0-6430-46a6-b8e6-0a39bcbb1957" providerId="AD" clId="Web-{B374607C-BDB9-4BAB-A14A-C82D9BD80D44}" dt="2022-10-31T19:04:23.772" v="1"/>
        <pc:sldMkLst>
          <pc:docMk/>
          <pc:sldMk cId="2172895449" sldId="353"/>
        </pc:sldMkLst>
      </pc:sldChg>
    </pc:docChg>
  </pc:docChgLst>
  <pc:docChgLst>
    <pc:chgData name="Yoder, Jason" userId="28f4d4d8-da04-4f86-b14d-a21675737bc5" providerId="ADAL" clId="{8C666874-C50B-470B-A529-D21C9CA5373B}"/>
    <pc:docChg chg="custSel addSld delSld modSld">
      <pc:chgData name="Yoder, Jason" userId="28f4d4d8-da04-4f86-b14d-a21675737bc5" providerId="ADAL" clId="{8C666874-C50B-470B-A529-D21C9CA5373B}" dt="2023-11-20T20:33:05.887" v="506" actId="6549"/>
      <pc:docMkLst>
        <pc:docMk/>
      </pc:docMkLst>
      <pc:sldChg chg="addSp delSp modSp mod modNotesTx">
        <pc:chgData name="Yoder, Jason" userId="28f4d4d8-da04-4f86-b14d-a21675737bc5" providerId="ADAL" clId="{8C666874-C50B-470B-A529-D21C9CA5373B}" dt="2023-11-20T20:33:05.887" v="506" actId="6549"/>
        <pc:sldMkLst>
          <pc:docMk/>
          <pc:sldMk cId="0" sldId="256"/>
        </pc:sldMkLst>
        <pc:spChg chg="del">
          <ac:chgData name="Yoder, Jason" userId="28f4d4d8-da04-4f86-b14d-a21675737bc5" providerId="ADAL" clId="{8C666874-C50B-470B-A529-D21C9CA5373B}" dt="2023-11-13T18:05:49.140" v="0" actId="478"/>
          <ac:spMkLst>
            <pc:docMk/>
            <pc:sldMk cId="0" sldId="256"/>
            <ac:spMk id="5" creationId="{61AFEBF2-1E79-874A-90AE-45D33A2495CA}"/>
          </ac:spMkLst>
        </pc:spChg>
        <pc:spChg chg="add mod">
          <ac:chgData name="Yoder, Jason" userId="28f4d4d8-da04-4f86-b14d-a21675737bc5" providerId="ADAL" clId="{8C666874-C50B-470B-A529-D21C9CA5373B}" dt="2023-11-20T20:21:15.864" v="10" actId="20577"/>
          <ac:spMkLst>
            <pc:docMk/>
            <pc:sldMk cId="0" sldId="256"/>
            <ac:spMk id="6" creationId="{E404B1E0-4712-343A-017E-11145BAE413B}"/>
          </ac:spMkLst>
        </pc:spChg>
      </pc:sldChg>
      <pc:sldChg chg="modNotesTx">
        <pc:chgData name="Yoder, Jason" userId="28f4d4d8-da04-4f86-b14d-a21675737bc5" providerId="ADAL" clId="{8C666874-C50B-470B-A529-D21C9CA5373B}" dt="2023-11-20T20:32:54.195" v="502" actId="6549"/>
        <pc:sldMkLst>
          <pc:docMk/>
          <pc:sldMk cId="141368525" sldId="311"/>
        </pc:sldMkLst>
      </pc:sldChg>
      <pc:sldChg chg="del">
        <pc:chgData name="Yoder, Jason" userId="28f4d4d8-da04-4f86-b14d-a21675737bc5" providerId="ADAL" clId="{8C666874-C50B-470B-A529-D21C9CA5373B}" dt="2023-11-20T20:22:13.057" v="11" actId="47"/>
        <pc:sldMkLst>
          <pc:docMk/>
          <pc:sldMk cId="1743264572" sldId="321"/>
        </pc:sldMkLst>
      </pc:sldChg>
      <pc:sldChg chg="modSp mod">
        <pc:chgData name="Yoder, Jason" userId="28f4d4d8-da04-4f86-b14d-a21675737bc5" providerId="ADAL" clId="{8C666874-C50B-470B-A529-D21C9CA5373B}" dt="2023-11-20T20:23:38.213" v="36" actId="20577"/>
        <pc:sldMkLst>
          <pc:docMk/>
          <pc:sldMk cId="556170297" sldId="334"/>
        </pc:sldMkLst>
        <pc:spChg chg="mod">
          <ac:chgData name="Yoder, Jason" userId="28f4d4d8-da04-4f86-b14d-a21675737bc5" providerId="ADAL" clId="{8C666874-C50B-470B-A529-D21C9CA5373B}" dt="2023-11-20T20:23:38.213" v="36" actId="20577"/>
          <ac:spMkLst>
            <pc:docMk/>
            <pc:sldMk cId="556170297" sldId="334"/>
            <ac:spMk id="3" creationId="{00000000-0000-0000-0000-000000000000}"/>
          </ac:spMkLst>
        </pc:spChg>
        <pc:picChg chg="mod">
          <ac:chgData name="Yoder, Jason" userId="28f4d4d8-da04-4f86-b14d-a21675737bc5" providerId="ADAL" clId="{8C666874-C50B-470B-A529-D21C9CA5373B}" dt="2023-11-20T20:23:29.909" v="22" actId="1076"/>
          <ac:picMkLst>
            <pc:docMk/>
            <pc:sldMk cId="556170297" sldId="334"/>
            <ac:picMk id="4" creationId="{32DEB52B-C033-DFBC-C08F-AF5E825D4D12}"/>
          </ac:picMkLst>
        </pc:picChg>
      </pc:sldChg>
      <pc:sldChg chg="del">
        <pc:chgData name="Yoder, Jason" userId="28f4d4d8-da04-4f86-b14d-a21675737bc5" providerId="ADAL" clId="{8C666874-C50B-470B-A529-D21C9CA5373B}" dt="2023-11-20T20:25:08.724" v="37" actId="47"/>
        <pc:sldMkLst>
          <pc:docMk/>
          <pc:sldMk cId="1261546459" sldId="343"/>
        </pc:sldMkLst>
      </pc:sldChg>
      <pc:sldChg chg="del">
        <pc:chgData name="Yoder, Jason" userId="28f4d4d8-da04-4f86-b14d-a21675737bc5" providerId="ADAL" clId="{8C666874-C50B-470B-A529-D21C9CA5373B}" dt="2023-11-20T20:25:08.724" v="37" actId="47"/>
        <pc:sldMkLst>
          <pc:docMk/>
          <pc:sldMk cId="1546554140" sldId="363"/>
        </pc:sldMkLst>
      </pc:sldChg>
      <pc:sldChg chg="del">
        <pc:chgData name="Yoder, Jason" userId="28f4d4d8-da04-4f86-b14d-a21675737bc5" providerId="ADAL" clId="{8C666874-C50B-470B-A529-D21C9CA5373B}" dt="2023-11-20T20:25:08.724" v="37" actId="47"/>
        <pc:sldMkLst>
          <pc:docMk/>
          <pc:sldMk cId="337333606" sldId="364"/>
        </pc:sldMkLst>
      </pc:sldChg>
      <pc:sldChg chg="del">
        <pc:chgData name="Yoder, Jason" userId="28f4d4d8-da04-4f86-b14d-a21675737bc5" providerId="ADAL" clId="{8C666874-C50B-470B-A529-D21C9CA5373B}" dt="2023-11-20T20:25:08.724" v="37" actId="47"/>
        <pc:sldMkLst>
          <pc:docMk/>
          <pc:sldMk cId="1198630507" sldId="452"/>
        </pc:sldMkLst>
      </pc:sldChg>
      <pc:sldChg chg="add">
        <pc:chgData name="Yoder, Jason" userId="28f4d4d8-da04-4f86-b14d-a21675737bc5" providerId="ADAL" clId="{8C666874-C50B-470B-A529-D21C9CA5373B}" dt="2023-11-20T20:22:59.410" v="12"/>
        <pc:sldMkLst>
          <pc:docMk/>
          <pc:sldMk cId="1379574688" sldId="453"/>
        </pc:sldMkLst>
      </pc:sldChg>
    </pc:docChg>
  </pc:docChgLst>
  <pc:docChgLst>
    <pc:chgData name="Jiang, Yuxuan" userId="S::jiangy10@rose-hulman.edu::f21e5acd-4aff-4aeb-8cdf-204278490dfc" providerId="AD" clId="Web-{C1B17D63-5D52-41AE-887F-0B9E4DDBDD20}"/>
    <pc:docChg chg="delSld">
      <pc:chgData name="Jiang, Yuxuan" userId="S::jiangy10@rose-hulman.edu::f21e5acd-4aff-4aeb-8cdf-204278490dfc" providerId="AD" clId="Web-{C1B17D63-5D52-41AE-887F-0B9E4DDBDD20}" dt="2022-05-16T17:17:59.834" v="0"/>
      <pc:docMkLst>
        <pc:docMk/>
      </pc:docMkLst>
      <pc:sldChg chg="del">
        <pc:chgData name="Jiang, Yuxuan" userId="S::jiangy10@rose-hulman.edu::f21e5acd-4aff-4aeb-8cdf-204278490dfc" providerId="AD" clId="Web-{C1B17D63-5D52-41AE-887F-0B9E4DDBDD20}" dt="2022-05-16T17:17:59.834" v="0"/>
        <pc:sldMkLst>
          <pc:docMk/>
          <pc:sldMk cId="1791930590" sldId="35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3" y="4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t" anchorCtr="0" compatLnSpc="1">
            <a:prstTxWarp prst="textNoShape">
              <a:avLst/>
            </a:prstTxWarp>
          </a:bodyPr>
          <a:lstStyle>
            <a:lvl1pPr defTabSz="910113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9397" y="4"/>
            <a:ext cx="2980924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t" anchorCtr="0" compatLnSpc="1">
            <a:prstTxWarp prst="textNoShape">
              <a:avLst/>
            </a:prstTxWarp>
          </a:bodyPr>
          <a:lstStyle>
            <a:lvl1pPr algn="r" defTabSz="910113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EE02F2FF-F7BD-4FD9-A88B-D0F48E2E13F5}" type="datetimeFigureOut">
              <a:rPr lang="en-US"/>
              <a:pPr>
                <a:defRPr/>
              </a:pPr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3" y="8829124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b" anchorCtr="0" compatLnSpc="1">
            <a:prstTxWarp prst="textNoShape">
              <a:avLst/>
            </a:prstTxWarp>
          </a:bodyPr>
          <a:lstStyle>
            <a:lvl1pPr defTabSz="910113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9397" y="8829124"/>
            <a:ext cx="2980924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b" anchorCtr="0" compatLnSpc="1">
            <a:prstTxWarp prst="textNoShape">
              <a:avLst/>
            </a:prstTxWarp>
          </a:bodyPr>
          <a:lstStyle>
            <a:lvl1pPr algn="r" defTabSz="910113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F586C94D-6B36-4CDB-B3A2-1D72DFD84C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85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1:26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24575,'0'-1'0,"0"1"0,0-1 0,0 1 0,0-1 0,0 1 0,0-1 0,0 1 0,0-1 0,0 1 0,0 0 0,0-1 0,0 1 0,1-1 0,-1 1 0,0-1 0,0 1 0,0-1 0,1 1 0,-1-1 0,0 1 0,1 0 0,-1-1 0,0 1 0,1 0 0,-1-1 0,0 1 0,1 0 0,-1-1 0,1 1 0,-1 0 0,1 0 0,-1 0 0,1-1 0,-1 1 0,0 0 0,1 0 0,-1 0 0,1 0 0,-1 0 0,1 0 0,-1 0 0,1 0 0,-1 0 0,1 0 0,-1 0 0,1 0 0,-1 0 0,1 0 0,-1 1 0,1-1 0,-1 0 0,1 0 0,-1 0 0,1 1 0,-1-1 0,0 0 0,1 1 0,-1-1 0,0 0 0,1 1 0,0 0 0,26 22 0,110 158 0,29 33 0,-135-176 0,115 131 0,-108-131 0,0-1 0,53 38 0,-49-48-1365,-6-9-5461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1:27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692 12 24575,'-5'-5'0,"-6"-2"0,-7 11 0,0 9 0,-7 8 0,-4 5 0,3 3 0,-10 26 0,-12 19 0,-9 12 0,-4-4 0,-3-1 0,-4-5 0,-1-4 0,7-10 0,8-6 0,13-12-8191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1:30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1062 24575,'4'-1'0,"1"1"0,-1-1 0,1 0 0,-1 0 0,1 0 0,-1-1 0,0 0 0,0 0 0,7-4 0,38-27 0,-26 15 0,98-68 0,-37 24 0,2 5 0,117-60 0,-169 104 0,1 1 0,0 2 0,0 2 0,1 1 0,51-3 0,-30 3 0,59-14 0,277-73 0,6 32 0,269 22 0,1460 42 0,-2051-2 0,-1 3 0,0 4 0,-1 3 0,109 28 0,-121-15 0,15 5 0,-70-26 0,-1-1 0,1 1 0,0-1 0,-1-1 0,1 0 0,0 0 0,0 0 0,10-2 0,-16 1 0,1 1 0,-1-1 0,0 0 0,0 0 0,1 0 0,-1 0 0,0 0 0,0 0 0,0-1 0,0 1 0,0-1 0,0 1 0,-1-1 0,1 0 0,-1 1 0,1-1 0,-1 0 0,1 0 0,-1 0 0,0 0 0,0 0 0,0-1 0,0 1 0,0 0 0,-1-1 0,1 1 0,-1 0 0,1-1 0,-1 1 0,0 0 0,0-1 0,0 1 0,0-1 0,-1-3 0,0-4 0,-1-1 0,0 1 0,-1-1 0,0 1 0,-1 0 0,-8-16 0,-43-69 0,-6-13 0,52 92 0,-1 1 0,-19-25 0,-10-17 0,33 40 0,21 36 0,54 116 0,-53-100 0,1-1 0,1 0 0,40 53 0,-42-68 0,-1 2 0,-1-1 0,-1 2 0,14 28 0,-22-40 0,-1 1 0,-1 0 0,0 0 0,0 0 0,-1 0 0,0 1 0,-1-1 0,-1 1 0,0-1 0,0 0 0,-3 19 0,-3-3 8,-1 0 0,-1-1 0,-1 0 0,-14 26-1,-56 97-199,33-68-1020,20-30-5614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17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24575,'5'0'0,"6"0"0,7 0 0,5 0 0,3 0 0,8 0 0,3 0 0,-1 0 0,0 0 0,-2 0 0,-7 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05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24575,'4'147'0,"7"0"0,33 160 0,-15-90 0,-27-194 0,-2-23 0,9 40 0,-9-39 0,0-1 0,0 1 0,0 0 0,0-1 0,0 1 0,0-1 0,0 1 0,1 0 0,-1-1 0,0 1 0,1-1 0,-1 1 0,0 0 0,1-1 0,-1 1 0,1-1 0,-1 1 0,0-1 0,1 1 0,-1-1 0,1 0 0,0 1 0,-1-1 0,1 0 0,-1 1 0,1-1 0,-1 0 0,1 0 0,0 1 0,-1-1 0,1 0 0,0 0 0,-1 0 0,1 0 0,0 0 0,-1 0 0,1 0 0,0 0 0,-1 0 0,1 0 0,0 0 0,-1-1 0,1 1 0,-1 0 0,1 0 0,0-1 0,-1 1 0,1 0 0,-1-1 0,1 1 0,-1-1 0,1 1 0,0-1 0,6-7 0,0-1 0,-1 0 0,0 0 0,0 0 0,-1-1 0,0 0 0,-1 0 0,5-13 0,1-4 0,3-2 0,84-185 0,-96 212 0,18-29 0,-19 31 0,1 0 0,-1-1 0,0 1 0,1 0 0,-1-1 0,0 1 0,1-1 0,-1 1 0,0 0 0,1 0 0,-1-1 0,1 1 0,-1 0 0,1 0 0,-1 0 0,1-1 0,-1 1 0,1 0 0,-1 0 0,0 0 0,1 0 0,-1 0 0,1 0 0,-1 0 0,1 0 0,-1 0 0,1 0 0,-1 0 0,1 0 0,-1 0 0,1 1 0,-1-1 0,1 0 0,-1 0 0,1 0 0,-1 1 0,0-1 0,1 0 0,-1 1 0,1-1 0,-1 0 0,0 1 0,1-1 0,-1 0 0,0 1 0,0-1 0,1 1 0,-1-1 0,0 0 0,0 1 0,1-1 0,-1 1 0,0-1 0,0 1 0,0-1 0,0 1 0,0-1 0,0 1 0,0-1 0,0 1 0,0 0 0,8 31 0,-2 0 0,-1 0 0,2 38 0,-1-2 0,-3-41-115,-3-14-41,2 0-1,-1 0 1,2 0 0,0 0 0,0 0-1,1 0 1,8 17 0,1-14-6670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06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1 140 24575,'21'0'0,"116"-5"0,-121 4 0,0-2 0,0 0 0,0-1 0,-1 0 0,0-1 0,20-10 0,-30 12 0,0 0 0,0 0 0,-1 0 0,1-1 0,-1 1 0,0-1 0,0 0 0,0-1 0,-1 1 0,6-8 0,-9 11 0,1-1 0,0 1 0,-1 0 0,1-1 0,-1 1 0,1 0 0,-1-1 0,0 1 0,0-1 0,1 1 0,-1-1 0,0 1 0,0-1 0,0 1 0,-1 0 0,1-1 0,0 1 0,-1-2 0,0 1 0,0 1 0,0-1 0,0 1 0,0-1 0,0 1 0,0 0 0,-1 0 0,1 0 0,-1-1 0,1 1 0,0 0 0,-1 1 0,0-1 0,1 0 0,-1 0 0,0 1 0,1-1 0,-4 0 0,0 0 0,0 0 0,0 1 0,0 0 0,0 0 0,0 0 0,0 0 0,0 1 0,0 0 0,0 0 0,0 0 0,0 1 0,1 0 0,-9 3 0,2 1 0,0 0 0,0 0 0,1 1 0,-14 11 0,16-10 0,0 0 0,0 1 0,1 0 0,1 0 0,-1 0 0,1 1 0,1 0 0,0 0 0,0 1 0,1-1 0,0 1 0,1 0 0,0 0 0,1 0 0,1 0 0,-1 1 0,1 14 0,1-20 0,0 1 0,1-1 0,0 1 0,0-1 0,0 1 0,1-1 0,0 0 0,0 0 0,0 0 0,1 0 0,0 0 0,0 0 0,0-1 0,1 1 0,0-1 0,0 0 0,0 0 0,1-1 0,0 1 0,0-1 0,0 0 0,0 0 0,1-1 0,-1 1 0,1-1 0,0 0 0,0-1 0,0 0 0,0 0 0,12 3 0,-9-4-195,-1 1 0,1-2 0,0 1 0,0-1 0,-1 0 0,13-3 0,10-3-6631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10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558 60 24575,'0'-2'0,"-1"-1"0,1 1 0,0 0 0,-1 0 0,1 0 0,-1 0 0,0 0 0,0 0 0,0 0 0,0 0 0,0 0 0,0 0 0,0 0 0,-1 1 0,1-1 0,-1 1 0,1-1 0,-1 1 0,1-1 0,-1 1 0,0 0 0,0-1 0,0 1 0,0 0 0,0 1 0,0-1 0,0 0 0,0 0 0,-3 0 0,-8-2 0,0 1 0,0 0 0,-23-1 0,23 3 0,-13-2 0,-1 2 0,1 1 0,0 1 0,-44 9 0,54-7 0,1 0 0,-1 2 0,1 0 0,0 0 0,1 2 0,0 0 0,0 0 0,-23 19 0,26-17 0,-1 0 0,1 0 0,-17 23 0,23-26 0,1-1 0,0 1 0,1 0 0,0 0 0,0 0 0,1 0 0,-1 1 0,1-1 0,-1 13 0,2-12 0,0-1 0,1 1 0,0 0 0,0-1 0,1 1 0,-1 0 0,2-1 0,-1 1 0,1-1 0,0 1 0,1-1 0,0 0 0,6 11 0,-6-13 0,0-1 0,1 1 0,0-1 0,0 1 0,0-1 0,0 0 0,1-1 0,0 1 0,-1-1 0,1 0 0,0 0 0,1-1 0,-1 1 0,0-1 0,1 0 0,-1-1 0,1 1 0,10 0 0,1 1 0,0-1 0,1-1 0,-1 0 0,0-1 0,1-1 0,-1-1 0,25-5 0,-37 5 0,0 0 0,1 1 0,-1-2 0,0 1 0,0 0 0,0-1 0,0 0 0,0 0 0,-1-1 0,1 1 0,-1-1 0,0 0 0,0 0 0,-1-1 0,1 1 0,-1-1 0,0 1 0,0-1 0,0 0 0,-1 0 0,0-1 0,0 1 0,0 0 0,0-1 0,-1 1 0,1-8 0,0-8 0,-2 0 0,-2-29 0,1 27 0,2-47 0,0 64 0,0 0 0,0 1 0,0-1 0,1 0 0,0 1 0,0-1 0,0 1 0,0-1 0,1 1 0,0 0 0,0 0 0,6-7 0,-8 11 0,-1 1 0,1-1 0,-1 0 0,1 0 0,-1 1 0,1-1 0,-1 0 0,1 1 0,0-1 0,-1 1 0,1-1 0,0 1 0,-1-1 0,1 1 0,0-1 0,0 1 0,-1 0 0,1-1 0,0 1 0,0 0 0,0 0 0,0 0 0,0 0 0,-1-1 0,1 1 0,0 0 0,0 0 0,0 1 0,0-1 0,0 0 0,-1 0 0,1 0 0,0 1 0,0-1 0,0 0 0,-1 1 0,1-1 0,0 0 0,0 1 0,-1-1 0,1 1 0,0-1 0,-1 1 0,1 0 0,0-1 0,-1 1 0,1 0 0,-1-1 0,1 2 0,3 5 0,-1 0 0,0 0 0,0 1 0,3 13 0,-4-14 0,55 183-1365,-36-126-5461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11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429 1 24575,'2'0'0,"-1"1"0,0 0 0,0 0 0,0 0 0,0 0 0,0 0 0,0 0 0,0 0 0,0 1 0,0-1 0,0 0 0,-1 0 0,1 1 0,0-1 0,-1 0 0,1 1 0,-1-1 0,0 1 0,1-1 0,-1 1 0,0-1 0,0 3 0,1 0 0,6 48 0,-1 0 0,-4 1 0,-3 65 0,-1-35 0,1 286 0,0-399 0,-1-1 0,-1 1 0,-2 0 0,-13-47 0,16 71 0,0 0 0,0 1 0,-1-1 0,0 1 0,0 0 0,0 0 0,0 0 0,-1 1 0,0-1 0,0 1 0,0-1 0,-1 1 0,1 1 0,-1-1 0,-7-4 0,5 5 0,-1-1 0,0 1 0,1 1 0,-1-1 0,0 1 0,0 1 0,0-1 0,0 1 0,0 1 0,-11 0 0,3 1 0,0 1 0,0 0 0,0 1 0,1 1 0,-1 1 0,1 0 0,0 1 0,0 0 0,1 2 0,0-1 0,-13 11 0,20-13 0,1 0 0,0 0 0,0 1 0,1 0 0,0 0 0,0 1 0,0-1 0,1 1 0,0 0 0,1 0 0,-1 1 0,1-1 0,-4 15 0,6-18 0,0 0 0,1 0 0,-1 0 0,1 0 0,0 0 0,0 0 0,0 0 0,1 0 0,-1 0 0,1 0 0,0 0 0,0 0 0,0-1 0,1 1 0,-1 0 0,1-1 0,0 1 0,0-1 0,0 1 0,1-1 0,-1 0 0,1 0 0,0 0 0,-1 0 0,1 0 0,1-1 0,-1 1 0,7 3 0,0-1 10,0-1 0,1 0 0,-1 0 0,1-1 0,0 0 0,0-1 0,0 0 0,1 0 0,-1-2 0,0 1 0,14-2 0,-11 0-175,0-1 0,-1 0 0,0-1 0,1 0 0,-1-1 0,0-1 0,-1 0 0,23-12 0,-6-2-6661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12.5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24575,'5'0'0,"6"0"0,7 0 0,5 0 0,3 0 0,3 0 0,1 0 0,5 0 0,2 0 0,0 0 0,3 0 0,-5 0-8191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21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24575,'0'-5'0,"5"-2"0,17 0 0,9 2 0,10 1 0,7 7 0,6 3 0,3 5 0,8 6 0,-9-1-8191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22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24575,'5'0'0,"7"0"0,11 0 0,6 0 0,4 0 0,1 0 0,0 0 0,-2 0 0,0 0 0,-1 0 0,-1 0 0,-1 0 0,5 0 0,2 0 0,-6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23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 24575,'1'119'0,"0"10"0,-21 195 0,13-293 0,7-31 0,0-1 0,0 1 0,0 0 0,0-1 0,0 1 0,-1 0 0,1 0 0,0-1 0,0 1 0,0 0 0,-1-1 0,1 1 0,0 0 0,0 0 0,-1 0 0,1-1 0,0 1 0,0 0 0,-1 0 0,1 0 0,0-1 0,-1 1 0,1 0 0,0 0 0,-1 0 0,1 0 0,0 0 0,-1 0 0,1 0 0,0 0 0,-1 0 0,1 0 0,0 0 0,-1 0 0,1 0 0,0 0 0,-1 0 0,1 0 0,0 0 0,0 1 0,-1-1 0,1 0 0,0 0 0,-1 0 0,1 0 0,0 1 0,0-1 0,-1 0 0,1 0 0,0 1 0,0-1 0,-1 0 0,1 0 0,0 1 0,0-1 0,0 0 0,0 1 0,-1-1 0,1 0 0,0 0 0,0 1 0,0-1 0,0 0 0,0 1 0,-4-12 0,0 0 0,1 0 0,0 0 0,1-1 0,0 1 0,1-1 0,1 1 0,-1-1 0,2 0 0,0 1 0,0-1 0,1 1 0,0-1 0,1 1 0,0 0 0,1 0 0,10-20 0,-11 27 0,0-1 0,0 1 0,1 0 0,-1 1 0,1-1 0,0 0 0,0 1 0,0 0 0,1 0 0,-1 0 0,6-2 0,-8 4 0,-1 0 0,1 1 0,-1-1 0,1 1 0,0-1 0,-1 1 0,1-1 0,0 1 0,-1 0 0,1 0 0,0 0 0,-1 0 0,1 0 0,0 0 0,-1 1 0,1-1 0,-1 0 0,1 1 0,0-1 0,-1 1 0,1 0 0,-1-1 0,1 1 0,-1 0 0,1 0 0,-1 0 0,0 0 0,0 0 0,1 0 0,-1 0 0,0 1 0,0-1 0,0 0 0,0 1 0,0-1 0,-1 1 0,1-1 0,0 2 0,4 10 10,-1 1-1,-1-1 1,0 1-1,-1 0 1,0 0-1,-1 0 1,-1 0-1,-2 27 1,1-19-45,1 0 1,3 29 0,-2-43-88,1-1-1,-1 0 0,1 1 1,1-1-1,-1 0 1,1 0-1,1-1 1,-1 1-1,1-1 1,8 12-1,12 7-6703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24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24575,'1'0'0,"0"0"0,0 0 0,0 1 0,-1-1 0,1 0 0,0 1 0,0-1 0,0 1 0,-1-1 0,1 1 0,0-1 0,-1 1 0,1-1 0,0 1 0,-1 0 0,1-1 0,-1 1 0,1 0 0,-1-1 0,1 1 0,-1 0 0,0 0 0,1 0 0,-1-1 0,0 1 0,1 0 0,-1 1 0,5 27 0,-4-23 0,3 63 0,-3-43 0,6 47 0,-5-66 0,-1-1 0,1 0 0,0 1 0,0-1 0,0 0 0,1 0 0,0-1 0,0 1 0,1-1 0,0 1 0,-1-1 0,7 6 0,-9-10 0,0 0 0,1 0 0,-1 1 0,0-1 0,0 0 0,1 0 0,-1 0 0,1-1 0,-1 1 0,1 0 0,-1 0 0,1-1 0,-1 1 0,1-1 0,-1 1 0,1-1 0,0 0 0,-1 0 0,1 0 0,0 0 0,-1 0 0,1 0 0,0 0 0,-1 0 0,3-1 0,-2 0 0,1-1 0,-1 1 0,0-1 0,0 0 0,0 1 0,0-1 0,0 0 0,0 0 0,0-1 0,0 1 0,-1 0 0,0 0 0,3-5 0,2-6 0,-1 0 0,-1 0 0,0-1 0,4-24 0,-2-38-1365,-6 41-5461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24.7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1 24575,'0'5'0,"0"11"0,0 23 0,-5 15 0,-2 3 0,-4-3 0,-1-1 0,2-4 0,3-6 0,2-5 0,3-4 0,1-3 0,0-7-8191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25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24575,'0'6'0,"5"10"0,1 14 0,0 6 0,-1 2 0,-1-1 0,-2-1 0,4 8 0,1 6 0,0 0 0,-2-4 0,-2-4 0,-1-5 0,-1-4 0,-1-2 0,0-1 0,0-7-8191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30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1 24575,'0'5'0,"-5"36"0,-1 31 0,-5 9 0,-1 0 0,-3 16 0,-4 6 0,-9 1 0,1-2 0,4-14 0,7-12 0,6-14 0,-1-2 0,3-7 0,1-12-8191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31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24575,'10'0'0,"8"0"0,6 0 0,14 0 0,5 0 0,6 0 0,-1 0 0,-3 0 0,-5 0 0,-9 0-8191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32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0 24575,'-15'403'0,"0"-65"0,5-211 0,13-106 0,-3-20 0,0-1 0,0 0 0,1 1 0,-1-1 0,0 0 0,0 1 0,1-1 0,-1 0 0,0 1 0,1-1 0,-1 0 0,0 0 0,1 1 0,-1-1 0,0 0 0,1 0 0,-1 0 0,1 0 0,-1 1 0,0-1 0,1 0 0,-1 0 0,1 0 0,-1 0 0,1 0 0,0 0 0,1-1 0,0 0 0,1 0 0,-1 0 0,0 0 0,0 0 0,1 0 0,-1-1 0,0 1 0,0-1 0,0 0 0,-1 1 0,4-5 0,99-127 0,-38 45 0,-44 60 0,50-59 0,-63 78 0,0 1 0,0 0 0,1 0 0,0 0 0,0 2 0,21-11 0,-28 15 0,0 0 0,1 1 0,-1 0 0,0 0 0,1 0 0,-1 0 0,1 1 0,0-1 0,-1 1 0,1 0 0,-1 0 0,1 0 0,-1 0 0,1 1 0,0-1 0,-1 1 0,0 0 0,1 0 0,-1 1 0,1-1 0,-1 0 0,0 1 0,0 0 0,0 0 0,0 0 0,4 3 0,-3 0 0,1 1 0,-1-1 0,0 0 0,-1 1 0,1 0 0,-1 0 0,0 0 0,-1 0 0,1 1 0,-1-1 0,0 1 0,1 13 0,2 29 0,-3 97 0,-1 5 0,0-145-124,0 1 0,0-1 0,0 0 0,1 0 0,-1 0 0,1 0-1,1 0 1,-1 0 0,1-1 0,5 8 0,10 9-6702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32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24575,'5'-5'0,"2"3"0,0 7 0,-2 8 0,-1 6 0,-2 10 0,-1 26 0,0 7 0,-1-1 0,0-7 0,-1-7 0,1-16 0,0-24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33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34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23 24575,'0'-2'0,"-1"1"0,1 0 0,0 0 0,-1 0 0,1 0 0,-1 0 0,0 0 0,1 0 0,-1 0 0,0 0 0,1 0 0,-1 0 0,0 0 0,0 0 0,0 0 0,0 1 0,0-1 0,0 0 0,0 1 0,0-1 0,0 1 0,0-1 0,0 1 0,-1-1 0,1 1 0,0 0 0,0 0 0,0-1 0,-1 1 0,1 0 0,0 0 0,0 0 0,-1 1 0,-1-1 0,-45 4 0,46-3 0,-5 0 0,0 0 0,0 1 0,0 0 0,0 0 0,0 0 0,0 1 0,1 0 0,-1 1 0,1-1 0,-10 9 0,13-10 0,1 1 0,0-1 0,0 1 0,0 0 0,0-1 0,0 1 0,0 0 0,1 1 0,0-1 0,-1 0 0,1 0 0,0 0 0,1 1 0,-1-1 0,0 0 0,1 1 0,0-1 0,0 1 0,0-1 0,0 0 0,1 1 0,-1-1 0,1 0 0,2 7 0,-2-5 0,1 1 0,0-1 0,0 0 0,1-1 0,0 1 0,-1 0 0,1-1 0,1 1 0,-1-1 0,1 0 0,0 0 0,0 0 0,0-1 0,0 1 0,0-1 0,6 3 0,8 3 0,-1-1 0,1 0 0,25 6 0,-26-10 0,-1 2 0,0 0 0,0 1 0,21 12 0,-32-16 0,-1 0 0,0 1 0,0-1 0,0 1 0,-1 0 0,1 0 0,-1 0 0,0 0 0,0 0 0,-1 1 0,1-1 0,-1 1 0,0 0 0,0 0 0,0 0 0,-1 0 0,1 0 0,0 10 0,-1-6 0,-1 1 0,0-1 0,-1 1 0,0-1 0,0 1 0,-1-1 0,0 1 0,-1-1 0,-6 15 0,0-4 0,-1 0 0,-1-1 0,-15 21 0,23-36-124,-1 0 0,1 0 0,-1 0 0,0 0 0,0-1 0,0 0-1,-1 1 1,1-1 0,-1-1 0,-6 4 0,-19 6-6702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34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36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0 24575,'0'780'0,"-2"-737"0,-2 0 0,-13 61 0,35-174 0,35-89 0,-45 143 0,0-1 0,0 1 0,2 1 0,16-22 0,-23 33 0,1 0 0,-1 0 0,1 1 0,0-1 0,1 1 0,-1 0 0,0 0 0,10-4 0,-12 6 0,1 0 0,-1 1 0,1-1 0,0 0 0,-1 1 0,1 0 0,0 0 0,-1-1 0,1 2 0,0-1 0,0 0 0,-1 0 0,1 1 0,0 0 0,-1-1 0,1 1 0,-1 0 0,3 2 0,5 2 0,-1 1 0,0 0 0,-1 1 0,1 0 0,-1 1 0,-1 0 0,1 0 0,-2 0 0,1 1 0,-1 0 0,0 0 0,-1 1 0,0 0 0,0-1 0,5 22 0,-1-5 0,-3 1 0,0 0 0,-1 1 0,-2 0 0,0 31 0,-3-49-94,0 4 150,0-1 1,1 1 0,5 22-1,-6-34-106,1 0 0,-1 1 0,1-1 0,-1 0 1,1 0-1,0 0 0,0 0 0,0 0 0,0 0 0,0 0 0,0-1 0,1 1 0,-1 0 0,1 0 1,-1-1-1,1 1 0,0-1 0,-1 0 0,1 1 0,0-1 0,0 0 0,0 0 0,0 0 0,0 0 0,0-1 1,0 1-1,0 0 0,1-1 0,2 1 0,17-3-6776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37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0 227 24575,'7'-5'0,"-1"1"0,0 0 0,1 0 0,0 0 0,0 1 0,0 0 0,14-4 0,24-11 0,-38 13 0,17-8 0,31-24 0,-50 33 0,0 0 0,0-1 0,0 1 0,-1-1 0,1 0 0,-1 0 0,0-1 0,-1 1 0,1-1 0,-1 0 0,4-9 0,-7 14 0,1 0 0,0 0 0,-1-1 0,1 1 0,-1-1 0,0 1 0,1 0 0,-1-1 0,0 1 0,0-1 0,0 1 0,0-1 0,0 1 0,0 0 0,0-1 0,0 1 0,-1-1 0,1 1 0,-1 0 0,1-1 0,-1 1 0,1 0 0,-1-1 0,0 1 0,1 0 0,-1 0 0,0 0 0,0 0 0,0-1 0,0 1 0,0 1 0,0-1 0,0 0 0,-1 0 0,1 0 0,0 0 0,0 1 0,-1-1 0,1 1 0,0-1 0,-1 1 0,1-1 0,-1 1 0,1 0 0,0 0 0,-1 0 0,1 0 0,-1 0 0,1 0 0,-1 0 0,-1 0 0,-4 1 0,1-1 0,-1 1 0,1 0 0,0 1 0,-1 0 0,1 0 0,0 0 0,0 1 0,0 0 0,-6 3 0,5 0 0,1 0 0,0-1 0,1 2 0,-1-1 0,1 1 0,0-1 0,1 2 0,0-1 0,0 0 0,0 1 0,1 0 0,0-1 0,1 1 0,0 0 0,0 1 0,0-1 0,1 0 0,1 0 0,-1 1 0,1-1 0,2 16 0,0-6 0,1-1 0,0 0 0,2 0 0,0-1 0,0 1 0,1-1 0,2 0 0,-1 0 0,16 22 0,-19-32-65,1 0 0,0 1 0,1-2 0,-1 1 0,1 0 0,0-1 0,1 0 0,-1-1 0,1 0 0,0 0 0,0 0 0,0 0 0,0-1 0,1-1 0,-1 1 0,1-1 0,0 0 0,0-1 0,0 0 0,13 0 0,5-1-6761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38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442 94 24575,'1'0'0,"0"0"0,-1 0 0,1-1 0,-1 1 0,1 0 0,0 0 0,-1-1 0,1 1 0,-1 0 0,1-1 0,0 1 0,-1 0 0,1-1 0,-1 1 0,1-1 0,-1 1 0,0-1 0,1 1 0,-1-1 0,0 0 0,1 1 0,-1-1 0,0 1 0,1-1 0,-1 0 0,0 1 0,0-1 0,0 0 0,0 1 0,0-1 0,0 0 0,0 1 0,0-1 0,0 0 0,0 1 0,0-1 0,0-1 0,-7-25 0,5 24 0,-1 0 0,1 0 0,-1 1 0,1-1 0,-1 1 0,0-1 0,0 1 0,0 0 0,0 0 0,0 1 0,0-1 0,-1 1 0,1-1 0,-1 1 0,1 0 0,-1 0 0,-4 0 0,-10-2 0,-1 1 0,-21 1 0,18 0 0,-14-1 0,4-1 0,-51 3 0,76 1 0,0-1 0,0 1 0,0 0 0,0 1 0,0 0 0,0 0 0,1 0 0,-1 1 0,1 0 0,0 0 0,0 1 0,0-1 0,-7 6 0,10-5 0,-1 0 0,0 0 0,1 1 0,0-1 0,0 1 0,0 0 0,0-1 0,1 1 0,0 0 0,0 1 0,0-1 0,1 0 0,-2 11 0,2-7 0,1 0 0,0-1 0,0 1 0,1 0 0,0 0 0,1-1 0,0 1 0,4 11 0,-3-10 0,1 0 0,0-1 0,1 1 0,0-1 0,0 0 0,1 0 0,0-1 0,1 1 0,0-2 0,0 1 0,1-1 0,0 0 0,0 0 0,0-1 0,12 6 0,-14-9 0,0 0 0,0-1 0,1 0 0,-1 0 0,1 0 0,0-1 0,-1 0 0,1-1 0,0 1 0,-1-1 0,1 0 0,0-1 0,-1 0 0,1 0 0,0 0 0,-1-1 0,1 0 0,-1 0 0,0-1 0,0 1 0,0-2 0,0 1 0,0 0 0,7-7 0,-5 3 0,0 0 0,0-1 0,-1 0 0,0 0 0,0-1 0,-1 0 0,0 0 0,-1 0 0,0-1 0,0 0 0,-1 0 0,0 0 0,-1 0 0,3-17 0,0-8 0,8-34 0,-9 60 0,-1 14 0,-1 18 0,-1 200 0,-2-21 0,0-195-195,1 0 0,0 0 0,0 0 0,0 0 0,1 0 0,3 8 0,1-5-6631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39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0 24575,'1'0'0,"0"1"0,0-1 0,0 0 0,0 1 0,0-1 0,0 1 0,0-1 0,0 1 0,0-1 0,-1 1 0,1 0 0,0-1 0,0 1 0,-1 0 0,1 0 0,0 0 0,-1-1 0,1 1 0,0 0 0,-1 0 0,1 0 0,-1 0 0,0 0 0,1 0 0,-1 0 0,0 0 0,1 2 0,5 32 0,-6-33 0,7 193 0,-5-54 0,39 268 0,-27-295 0,-14-107 0,5 29 0,-5-34 0,0 0 0,1-1 0,-1 1 0,1 0 0,-1-1 0,1 1 0,-1 0 0,1-1 0,0 1 0,0-1 0,0 1 0,0-1 0,0 1 0,0-1 0,2 2 0,-3-4 0,1 0 0,0 1 0,-1-1 0,1 0 0,0 0 0,-1 0 0,1 1 0,-1-1 0,0 0 0,1 0 0,-1 0 0,1 0 0,-1 0 0,0 0 0,0 0 0,0 0 0,0 0 0,0 0 0,0 0 0,0-2 0,3-18 0,-1-1 0,-1 0 0,-1 0 0,-1 0 0,-4-23 0,4 40 0,0 0 0,-1 0 0,1 1 0,-1-1 0,0 0 0,-1 0 0,1 1 0,-1 0 0,0-1 0,0 1 0,-6-7 0,5 8 0,1 1 0,0 0 0,-1-1 0,1 1 0,-1 1 0,1-1 0,-1 0 0,0 1 0,0 0 0,0 0 0,0 0 0,0 0 0,0 1 0,0 0 0,0-1 0,0 1 0,-5 1 0,0 0 0,0 1 0,1 0 0,-1 0 0,0 1 0,1 0 0,0 0 0,0 1 0,0 0 0,0 1 0,0-1 0,-11 11 0,-7 7 0,-39 46 0,45-48 0,14-12 0,0 0 0,1 0 0,0 0 0,0 1 0,0-1 0,1 1 0,-5 17 0,7-22 0,1 0 0,0 0 0,0 0 0,0 0 0,0 0 0,1 0 0,0 1 0,0-1 0,0 0 0,0 0 0,0 1 0,1-1 0,0 0 0,0 0 0,0 0 0,1 0 0,-1 0 0,1 0 0,4 7 0,-4-8 0,1-1 0,0 0 0,0 1 0,0-1 0,0 0 0,0-1 0,0 1 0,1 0 0,-1-1 0,1 0 0,-1 0 0,1 0 0,-1 0 0,7 0 0,58 1 0,-50-2 0,4 0-170,0-1-1,0 0 0,0-2 1,0-1-1,-1 0 0,1-2 1,36-14-1,-21 1-6655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40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 24575,'0'-5'0,"4"-2"0,13 1 0,12 1 0,12 1 0,8 2 0,2 1 0,1-4 0,2-2 0,2 1 0,1 1 0,-9 2-8191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40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24575,'5'0'0,"7"0"0,16 0 0,18 0 0,12 0 0,5 0 0,-3 0 0,-7 0 0,-6 0 0,-13 0-8191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42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24575,'-1'117'0,"19"417"0,-6-418 0,-6-101 0,-5-14 0,-1-1 0,0 0 0,1 0 0,-1 0 0,0 0 0,1 0 0,-1 0 0,0 0 0,1 0 0,-1 0 0,0 0 0,0 0 0,1 0 0,-1-1 0,0 1 0,1 0 0,-1 0 0,0 0 0,0 0 0,1 0 0,-1 0 0,0-1 0,0 1 0,1 0 0,-1 0 0,0-1 0,0 1 0,0 0 0,1 0 0,-1-1 0,15-30 0,-7-3 0,-2-1 0,-1 0 0,0-37 0,6-51 0,-8 106 0,1 0 0,0 0 0,1 1 0,14-31 0,-16 41 0,0 0 0,1 1 0,0 0 0,0 0 0,0 0 0,1 0 0,-1 0 0,1 1 0,0 0 0,1 0 0,-1 0 0,1 1 0,0 0 0,-1 0 0,1 0 0,1 1 0,-1 0 0,7-2 0,-5 3 0,0-1 0,0 1 0,0 0 0,0 1 0,-1 0 0,1 0 0,0 1 0,0 0 0,0 0 0,0 1 0,-1 0 0,1 0 0,-1 1 0,12 5 0,-14-4 0,-1-1 0,1 0 0,-1 1 0,0 0 0,0 0 0,-1 0 0,1 0 0,-1 1 0,0-1 0,0 1 0,0 0 0,-1 0 0,1 0 0,1 8 0,3 9 0,-1 0 0,4 26 0,-7-29 0,13 82-68,-11-61-191,1 0-1,3 0 1,1-1-1,27 70 1,-21-78-6567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42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0 251 24575,'27'-1'0,"-1"-1"0,0-1 0,0-2 0,0 0 0,-1-2 0,0-1 0,0-1 0,-1 0 0,38-22 0,-22 12 0,-21 10 0,1-1 0,19-12 0,-35 18 0,1 1 0,-1 0 0,1-1 0,-1 0 0,0 0 0,-1 0 0,1-1 0,-1 1 0,0-1 0,0 0 0,0 0 0,4-9 0,-7 13 0,1 0 0,-1 0 0,1 0 0,-1-1 0,1 1 0,-1 0 0,0 0 0,1-1 0,-1 1 0,0 0 0,0 0 0,0-1 0,0 1 0,0 0 0,0-1 0,0 1 0,-1 0 0,1 0 0,0-1 0,-1 1 0,1 0 0,-1 0 0,1 0 0,-1-1 0,1 1 0,-1 0 0,0 0 0,0 0 0,0 0 0,0 0 0,1 0 0,-1 1 0,0-1 0,0 0 0,-1 0 0,1 1 0,0-1 0,0 0 0,0 1 0,0-1 0,-1 1 0,1 0 0,0-1 0,0 1 0,-2 0 0,-3-1 0,1 1 0,-1 0 0,0 0 0,1 0 0,-1 1 0,0 0 0,1 0 0,-1 1 0,-8 2 0,-16 11 0,1 2 0,0 0 0,1 2 0,-44 38 0,38-29 0,20-18 0,1 1 0,0 1 0,1 0 0,0 0 0,1 1 0,1 1 0,-16 26 0,23-34 0,0-1 0,1 1 0,0 0 0,0 0 0,1 0 0,0 0 0,0 0 0,0 0 0,0 0 0,1 0 0,0 0 0,1 1 0,-1-1 0,1 0 0,0 0 0,1 0 0,-1 0 0,1 0 0,0 0 0,1-1 0,-1 1 0,1-1 0,1 1 0,5 7 0,0-2 0,2 1 0,-1-2 0,2 1 0,-1-1 0,1-1 0,1 0 0,0-1 0,0 0 0,1-1 0,-1-1 0,1 0 0,1-1 0,-1 0 0,1-1 0,0-1 0,0 0 0,0-1 0,0-1 0,1 0 0,21-2 0,-31 0-170,0 0-1,0 0 0,0-1 1,0 0-1,0 0 0,0 0 1,8-5-1,3-5-6655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44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24575,'9'32'0,"8"59"0,-12-55 0,13 44 0,-15-70 0,1 0 0,-1-1 0,2 1 0,-1-1 0,1 0 0,1 0 0,-1 0 0,14 14 0,-17-21 0,0 0 0,0 0 0,0 0 0,0 0 0,0-1 0,0 1 0,1-1 0,-1 1 0,1-1 0,-1 0 0,1 0 0,-1 0 0,1 0 0,0 0 0,-1-1 0,1 1 0,0-1 0,0 0 0,-1 1 0,1-1 0,0-1 0,0 1 0,-1 0 0,1-1 0,0 1 0,-1-1 0,1 0 0,4-2 0,1-1 0,0-1 0,-1 0 0,0 0 0,1-1 0,-2 0 0,1 0 0,7-10 0,-13 15 0,0 0 0,0 0 0,-1 0 0,1 0 0,0 0 0,0 0 0,0 0 0,0 0 0,0 1 0,0-1 0,0 0 0,0 1 0,0-1 0,0 1 0,1-1 0,-1 1 0,0-1 0,0 1 0,0 0 0,1 0 0,-1 0 0,0 0 0,0-1 0,1 2 0,-1-1 0,0 0 0,1 0 0,-1 0 0,0 0 0,0 1 0,0-1 0,1 1 0,-1-1 0,0 1 0,0-1 0,0 1 0,0 0 0,0-1 0,0 1 0,0 0 0,1 1 0,4 5 0,-1 0 0,0 0 0,0 0 0,0 1 0,3 9 0,1-1 0,-4-6 0,1-1 0,0 0 0,1 0 0,0 0 0,15 13 0,-20-21 0,-1 1 0,1 0 0,0-1 0,1 1 0,-1-1 0,0 1 0,0-1 0,0 0 0,1 0 0,-1 0 0,1 0 0,-1-1 0,1 1 0,-1-1 0,1 1 0,-1-1 0,1 0 0,-1 0 0,1 0 0,0 0 0,-1-1 0,1 1 0,-1 0 0,1-1 0,-1 0 0,0 0 0,1 0 0,-1 0 0,1 0 0,-1 0 0,2-2 0,3-3 0,-1 0 0,0 0 0,0 0 0,0-1 0,-1 0 0,0 0 0,-1-1 0,5-8 0,28-70 0,-26 58 0,43-120-1365,-42 110-5461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46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1185 24575,'-2'0'0,"1"0"0,0 0 0,-1 0 0,1 0 0,0-1 0,-1 1 0,1 0 0,0 0 0,0-1 0,-1 1 0,1-1 0,0 1 0,0-1 0,0 0 0,0 1 0,-1-1 0,1 0 0,0 0 0,0 0 0,1 0 0,-1 1 0,0-1 0,0-1 0,0 1 0,1 0 0,-1 0 0,0 0 0,1 0 0,-1 0 0,1-1 0,-1 1 0,1 0 0,0 0 0,-1-1 0,1 1 0,0 0 0,0-1 0,0 1 0,0 0 0,0-2 0,1-6 0,0-1 0,1 1 0,0 0 0,5-14 0,-4 16 0,58-240 0,-47 186 0,49-139 0,-7 28 0,-44 124 0,35-86 0,-40 116 0,-5 12 0,0 1 0,0-1 0,1 1 0,-1 0 0,1 0 0,1 0 0,-1 0 0,0 0 0,8-6 0,-11 10 0,1 1 0,-1 0 0,1-1 0,0 1 0,-1 0 0,1-1 0,-1 1 0,1 0 0,0-1 0,-1 1 0,1 0 0,0 0 0,-1 0 0,1 0 0,0 0 0,-1 0 0,1 0 0,0 0 0,-1 0 0,1 0 0,0 0 0,-1 0 0,1 0 0,0 1 0,-1-1 0,2 1 0,14 15 0,7 31 0,-21-41 0,29 82 0,24 114 0,-5-15 0,-28-120 0,42 93 0,-53-137 0,1 0 0,2-1 0,0 0 0,1-1 0,1-1 0,1 0 0,25 22 0,-38-38 0,1 0 0,0 0 0,0 0 0,1-1 0,-1 0 0,1 0 0,-1 0 0,1-1 0,0 0 0,0 0 0,0 0 0,0-1 0,1 0 0,7 0 0,-10-1 0,0 0 0,0-1 0,0 0 0,0 0 0,-1 0 0,1 0 0,0 0 0,0-1 0,-1 0 0,1 1 0,-1-1 0,1-1 0,-1 1 0,0 0 0,0-1 0,0 0 0,0 0 0,0 0 0,-1 0 0,1 0 0,-1 0 0,4-8 0,7-16 0,-1-1 0,-2-1 0,-1 1 0,9-50 0,-7 30 0,123-435 0,-82 291 134,-11 39-1633,-32 123-5327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47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294 19 24575,'0'-1'0,"0"0"0,0 1 0,0-1 0,0 0 0,0 0 0,-1 1 0,1-1 0,0 0 0,0 0 0,-1 1 0,1-1 0,-1 0 0,1 1 0,0-1 0,-1 0 0,1 1 0,-1-1 0,0 1 0,1-1 0,-1 0 0,1 1 0,-1 0 0,0-1 0,1 1 0,-1-1 0,0 1 0,0 0 0,1-1 0,-1 1 0,0 0 0,0 0 0,1 0 0,-1 0 0,0 0 0,0 0 0,0 0 0,1 0 0,-1 0 0,0 0 0,0 0 0,0 0 0,1 0 0,-1 1 0,0-1 0,0 0 0,1 0 0,-2 2 0,-35 14 0,22-5 0,1 1 0,-18 17 0,-24 20 0,45-42 0,1 1 0,1 0 0,-1 0 0,1 1 0,1 0 0,-1 0 0,2 1 0,-14 20 0,18-24 0,1 0 0,-1 0 0,1 0 0,0 1 0,0-1 0,1 1 0,0-1 0,0 1 0,1 0 0,0-1 0,0 1 0,0-1 0,1 1 0,0 0 0,0-1 0,1 1 0,-1-1 0,5 10 0,-2-8 0,1 0 0,-1-1 0,2 1 0,-1-1 0,1 0 0,0-1 0,0 1 0,0-1 0,1 0 0,0-1 0,1 1 0,-1-1 0,1-1 0,0 0 0,0 0 0,0 0 0,17 4 0,-1-1 0,1 0 0,0-2 0,0-1 0,1-1 0,27-1 0,-48-1 0,0-1 0,-1 0 0,1-1 0,0 1 0,-1-1 0,1 0 0,0 0 0,-1 0 0,1-1 0,-1 1 0,0-1 0,1 0 0,-1-1 0,0 1 0,0-1 0,-1 1 0,1-1 0,0 0 0,-1-1 0,0 1 0,1-1 0,-1 1 0,-1-1 0,1 0 0,-1 0 0,1 0 0,-1 0 0,0-1 0,1-5 0,9-15 0,-2 0 0,-1-1 0,6-33 0,-13 51 0,0 0 0,-1 0 0,0 0 0,-1 0 0,0 0 0,0 0 0,-1 0 0,0 0 0,0 0 0,-1 0 0,0 0 0,0 1 0,-1-1 0,0 1 0,-6-11 0,6 14 4,0 0 0,-1 0-1,1 1 1,-1-1-1,0 1 1,0 0 0,0 0-1,0 1 1,0-1 0,-1 1-1,1 0 1,-1 0 0,1 0-1,-1 1 1,0-1-1,0 1 1,0 0 0,-6 0-1,-12 0-162,1 0 0,-41 4-1,30-1-796,-16 1-5870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48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525 1 24575,'-2'116'0,"-6"0"0,-5 0 0,-5-1 0,-34 119 0,25-83 0,6-27 0,17-153 0,2-23 0,2 44 0,0 0 0,0 0 0,-1 0 0,0 1 0,-1-1 0,-2-10 0,3 15 0,0 1 0,-1-1 0,1 1 0,0 0 0,-1-1 0,0 1 0,1 0 0,-1 0 0,0 0 0,0 0 0,0 0 0,0 0 0,-1 1 0,1-1 0,0 1 0,-1 0 0,1-1 0,-1 1 0,1 0 0,-1 0 0,0 1 0,-3-2 0,-8 0 0,-1 0 0,0 0 0,1 1 0,-1 1 0,0 0 0,1 1 0,-1 1 0,1 0 0,-1 1 0,1 1 0,0 0 0,-19 9 0,26-10 0,0 1 0,0 0 0,0 0 0,0 0 0,1 1 0,-1 0 0,1 0 0,1 1 0,-1 0 0,1 0 0,0 0 0,0 1 0,1-1 0,0 1 0,0 0 0,0 0 0,1 1 0,0-1 0,1 1 0,0 0 0,0-1 0,0 1 0,1 0 0,0 9 0,1-11 0,0 0 0,0 1 0,1-1 0,0 0 0,0 1 0,1-1 0,-1 0 0,1 0 0,1 0 0,-1 0 0,1 0 0,0-1 0,0 1 0,1-1 0,0 0 0,0 0 0,0 0 0,0 0 0,1-1 0,8 7 0,-4-5 0,0 0 0,0-1 0,1 1 0,-1-2 0,1 0 0,1 0 0,-1 0 0,0-2 0,1 1 0,0-1 0,15 1 0,92-4-1365,-87-1-5461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49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154 269 24575,'0'-1'0,"1"1"0,-1-1 0,0 0 0,0 0 0,1 0 0,-1 0 0,0 0 0,1 0 0,-1 0 0,1 1 0,-1-1 0,1 0 0,0 0 0,-1 1 0,1-1 0,0 0 0,-1 1 0,1-1 0,0 1 0,0-1 0,0 1 0,0-1 0,-1 1 0,1-1 0,0 1 0,1 0 0,30-8 0,-22 6 0,19-6 0,-1-2 0,0-1 0,32-18 0,-49 24 0,-1-1 0,-1-1 0,1 0 0,-1 0 0,0 0 0,8-11 0,-13 15 0,-1-1 0,0 0 0,0 0 0,0 0 0,0 0 0,-1 0 0,1 0 0,-1-1 0,0 1 0,-1-1 0,1 1 0,-1-1 0,0 0 0,0 0 0,0 0 0,-1 1 0,0-6 0,0 8 0,0 0 0,-1 0 0,0 0 0,1 0 0,-1 0 0,0 0 0,0 1 0,0-1 0,0 0 0,0 1 0,-1-1 0,1 1 0,0-1 0,-1 1 0,1 0 0,-1-1 0,0 1 0,1 0 0,-1 0 0,0 0 0,0 0 0,1 0 0,-1 1 0,0-1 0,0 0 0,0 1 0,-3-1 0,-7-1 0,0 1 0,1 0 0,-18 0 0,19 2 0,-6-1 0,1 2 0,-1 0 0,0 0 0,0 2 0,1 0 0,0 1 0,-26 11 0,15-3 0,1 1 0,0 1 0,-31 25 0,49-34 0,1 1 0,-1-1 0,2 1 0,-1 0 0,1 1 0,0-1 0,1 1 0,0 0 0,0 0 0,0 1 0,1-1 0,1 1 0,-1-1 0,1 1 0,1 0 0,-2 17 0,3-6 0,-1-1 0,2 0 0,1 0 0,0 0 0,2 0 0,0 0 0,6 18 0,-4-22-59,1 0 0,0 0-1,1-1 1,1 0-1,0-1 1,1 1 0,0-2-1,1 0 1,0 0 0,1 0-1,0-2 1,1 0 0,0 0-1,1-1 1,0 0-1,0-2 1,1 0 0,0 0-1,0-1 1,1-1 0,-1 0-1,29 3 1,-13-4-6767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2:50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770 18 24575,'0'0'0,"0"-1"0,0 0 0,0 0 0,0 1 0,-1-1 0,1 0 0,0 0 0,0 1 0,-1-1 0,1 0 0,0 1 0,-1-1 0,1 0 0,-1 1 0,1-1 0,0 1 0,-1-1 0,0 1 0,1-1 0,-1 1 0,1-1 0,-1 1 0,0-1 0,1 1 0,-1 0 0,0-1 0,1 1 0,-1 0 0,0-1 0,1 1 0,-1 0 0,0 0 0,0 0 0,1 0 0,-1 0 0,0 0 0,0 0 0,1 0 0,-2 0 0,-32 8 0,18-1 0,0 1 0,1 0 0,-1 2 0,-17 13 0,-58 54 0,29-23 0,-3 3 0,-92 108 0,115-120 0,-6 10 0,-58 82 0,99-124 0,0 0 0,1 0 0,1 0 0,0 0 0,1 1 0,0 0 0,1 0 0,1 0 0,0 0 0,0 23 0,2 5 0,2 0 0,10 55 0,-5-56 0,19 66 0,-19-88 0,0-1 0,1 0 0,1 0 0,0-1 0,20 28 0,-16-27 0,1-1 0,1 0 0,0-1 0,1-1 0,1 0 0,0-1 0,1-1 0,0 0 0,1-2 0,31 15 0,44 14-1365,-55-25-5461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12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1 24575,'-3'47'0,"-2"1"0,-1-1 0,-24 81 0,21-88 0,-15 41 0,13-47 0,-10 54 0,22-84 0,4-10 0,70-124 0,-6 7 0,-49 92 0,-3 3 0,2 0 0,41-47 0,-59 73 0,1 0 0,-1 1 0,1-1 0,0 0 0,0 1 0,0-1 0,0 1 0,0 0 0,0 0 0,0-1 0,0 1 0,0 0 0,0 1 0,1-1 0,-1 0 0,0 1 0,1-1 0,-1 1 0,0 0 0,5 0 0,-5 1 0,0 0 0,0 0 0,-1 0 0,1 0 0,0 0 0,-1 0 0,1 0 0,-1 1 0,0-1 0,1 1 0,-1-1 0,0 1 0,0 0 0,0-1 0,0 1 0,0 0 0,0 0 0,0 0 0,-1 0 0,1 0 0,-1 0 0,1 0 0,-1 0 0,1 2 0,4 36 0,-2 0 0,-1 0 0,-6 63 0,1-26 0,1 58-1365,1-80-5461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13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0 176 24575,'1'0'0,"0"0"0,0 0 0,0 1 0,0-1 0,0 0 0,0 1 0,-1-1 0,1 0 0,0 1 0,0-1 0,-1 1 0,1 0 0,0-1 0,-1 1 0,1-1 0,0 1 0,-1 0 0,1 0 0,-1-1 0,1 1 0,-1 0 0,1 0 0,-1 0 0,1 0 0,7 27 0,-5-19 0,10 35 0,1-2 0,3 0 0,1-1 0,28 47 0,-42-82 0,0-1 0,0 1 0,1-1 0,-1 0 0,1 0 0,0-1 0,11 9 0,-14-12 0,0 0 0,-1 0 0,1-1 0,0 1 0,0 0 0,0-1 0,0 1 0,0-1 0,0 0 0,0 0 0,0 1 0,0-1 0,0-1 0,0 1 0,0 0 0,0 0 0,0-1 0,0 1 0,0-1 0,0 0 0,0 1 0,0-1 0,-1 0 0,1 0 0,0 0 0,-1 0 0,1-1 0,0 1 0,-1 0 0,1-1 0,0-1 0,11-11 0,-1-1 0,0 0 0,-1-1 0,-1 0 0,12-25 0,-3-2 0,16-49 0,-25 60-227,-3 1-1,0-1 1,-2 0-1,-1 0 1,-1-49-1,-4 51-6598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13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1 24575,'0'15'0,"-5"24"0,-6 31 0,-7 38 0,-5 21 0,-4 8 0,3 5 0,6-5 0,0-18 0,4-13 0,-1-10 0,3-16 0,2-32 0,4-24-8191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14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 24575,'-22'665'0,"20"-647"-42,-34 670-1281,37-659-5503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08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62 117 24575,'-6'15'0,"1"0"0,0 1 0,2 0 0,-1 0 0,2 0 0,0 0 0,1 18 0,-2 13 0,-27 496 0,31 7 0,1-210 0,-2 358 0,18-444 0,-13-206 0,-3-29 0,0 1 0,1-1 0,1 0 0,1 0 0,9 23 0,-11-37 0,-1 0 0,1 0 0,0 0 0,0 0 0,0-1 0,1 1 0,-1-1 0,1 0 0,0 0 0,1 0 0,-1-1 0,1 1 0,-1-1 0,1 0 0,0 0 0,0-1 0,0 1 0,1-1 0,-1-1 0,0 1 0,1-1 0,9 2 0,17-1 0,0-1 0,60-7 0,-9 0 0,303 19 0,-154-2 0,809-5 0,-587-9 0,674 3 0,-418 58 0,-532-37 0,-34-11 0,157-9 0,-126-4 0,-108 4 0,-27 1 0,0-2 0,65-9 0,-100 8 0,0 0 0,-1 0 0,1 0 0,0-1 0,-1 0 0,1 0 0,-1-1 0,0 1 0,1-1 0,-1 0 0,0 0 0,-1 0 0,1 0 0,-1-1 0,1 1 0,-1-1 0,0 0 0,0 0 0,-1 0 0,1-1 0,-1 1 0,0-1 0,0 1 0,0-1 0,-1 1 0,1-1 0,0-6 0,1-13 0,-1-1 0,-1 1 0,0 0 0,-6-36 0,2 10 0,1-18 0,-30-431 0,3 78 0,27-3 0,3 220 0,-4 128 0,-25-133 0,2 29 0,22-127 0,6 166 0,0 89 0,-1 27 0,-1 0 0,-5-43 0,5 65 0,-1 0 0,0 1 0,0-1 0,0 1 0,0-1 0,0 1 0,-1 0 0,1-1 0,-1 1 0,1 0 0,-1 0 0,0 0 0,0 0 0,0 0 0,0 1 0,0-1 0,0 0 0,-1 1 0,1 0 0,0-1 0,-1 1 0,1 0 0,-1 0 0,1 1 0,-1-1 0,-2 0 0,-8-2 0,0 2 0,0 0 0,0 0 0,-15 1 0,-479 24 0,-771 26 0,415-36 0,530-17 0,-270 22 0,-145-5 0,472-16 0,174 1 0,-119 3 0,186 1-305,1 2 0,0 2-1,-49 16 1,80-22 161,-28 8-6682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09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24575,'0'1829'0,"15"-1540"0,0 23 0,-15-272-109,3 141 352,-1-157-493,1 0 0,1 0 0,2 0 1,0 0-1,12 29 0,-2-20-6576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11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0 487 24575,'19'0'0,"409"-18"0,-300 0 0,71-7 0,-194 24 0,-1 1 0,1-1 0,0 1 0,0-1 0,-1 0 0,1-1 0,-1 1 0,1-1 0,-1 0 0,0 0 0,1-1 0,-1 1 0,0-1 0,-1 0 0,1 0 0,0 0 0,-1 0 0,4-5 0,-5 4 0,1 0 0,-1-1 0,0 1 0,-1 0 0,1-1 0,-1 0 0,0 1 0,0-1 0,0 0 0,-1 0 0,1 0 0,-1 1 0,0-1 0,-1 0 0,1 0 0,-1 0 0,0 1 0,-2-6 0,-1-3 0,0-1 0,-1 1 0,-1 0 0,0 0 0,-1 1 0,0 0 0,-11-14 0,-69-73 0,45 54 0,35 38 0,5 4 0,0 1 0,-1-1 0,1 0 0,-1 1 0,0-1 0,1 1 0,-1 0 0,-5-2 0,26 37 0,30 44 0,-15-25 0,35 71 0,-57-100 0,-1 1 0,0 1 0,-2 0 0,-1 0 0,-1 1 0,-2 0 0,0 0 0,-1 0 0,-2 0 0,-1 0 0,-1 1 0,-8 51 0,-33 148 0,31-135-1365,10-66-5461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17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0 109 24575,'2'0'0,"0"0"0,-1 0 0,1 1 0,0-1 0,0 1 0,-1 0 0,1-1 0,0 1 0,-1 0 0,1 0 0,-1 0 0,1 0 0,-1 0 0,0 0 0,1 1 0,-1-1 0,0 0 0,0 1 0,0-1 0,0 1 0,0-1 0,0 1 0,1 1 0,15 43 0,-15-38 0,9 38 0,-2 1 0,-1 0 0,0 60 0,-6-85 0,1 0 0,1-1 0,1 1 0,0-1 0,2 0 0,1 0 0,0-1 0,1 0 0,16 25 0,-24-44 0,-1 0 0,0 0 0,1 0 0,-1 0 0,1-1 0,0 1 0,-1 0 0,1 0 0,0 0 0,-1 0 0,1-1 0,0 1 0,0 0 0,0-1 0,0 1 0,0 0 0,0-1 0,0 1 0,0-1 0,0 0 0,0 1 0,0-1 0,0 0 0,0 0 0,0 1 0,0-1 0,0 0 0,0 0 0,0 0 0,0 0 0,0 0 0,1-1 0,-1 1 0,0 0 0,0 0 0,0-1 0,0 1 0,0-1 0,0 1 0,0-1 0,0 1 0,-1-1 0,1 0 0,0 1 0,0-1 0,0 0 0,-1 0 0,1 1 0,1-2 0,3-5 0,-1 0 0,1-1 0,-1 1 0,7-17 0,-10 21 0,10-28 12,-1 0-1,-1 0 0,-1-1 1,-2 0-1,2-52 0,-7-170-475,-3 163-505,1 58-5857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18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301 94 24575,'0'0'0,"1"0"0,-1 0 0,0 0 0,1 0 0,-1 0 0,1 0 0,-1 0 0,1 0 0,-1 0 0,0 0 0,1 0 0,-1 0 0,1 0 0,-1-1 0,1 1 0,-1 0 0,0 0 0,1 0 0,-1-1 0,0 1 0,1 0 0,-1 0 0,0-1 0,1 1 0,-1 0 0,0-1 0,1 1 0,-1 0 0,0-1 0,0 1 0,0 0 0,1-1 0,-1 1 0,0-1 0,0 0 0,-6-15 0,-21-12 0,18 22 0,0 1 0,0 0 0,-1 1 0,0 0 0,0 1 0,0 0 0,-1 0 0,-13-1 0,5 1 0,0 2 0,0 0 0,-35 4 0,51-2 0,0 0 0,0-1 0,-1 1 0,1 1 0,0-1 0,0 0 0,0 1 0,0 0 0,0-1 0,1 1 0,-1 0 0,0 0 0,1 1 0,0-1 0,-1 1 0,1-1 0,0 1 0,0 0 0,0-1 0,1 1 0,-1 0 0,1 0 0,0 0 0,-1 1 0,1-1 0,1 0 0,-1 0 0,0 1 0,1-1 0,-1 4 0,0 6 0,0 1 0,1-1 0,1 0 0,0 0 0,0 0 0,5 18 0,-4-26 0,0 0 0,-1 0 0,2-1 0,-1 1 0,0-1 0,1 1 0,0-1 0,0 0 0,0 0 0,0 0 0,1-1 0,0 1 0,-1-1 0,1 0 0,1 0 0,-1 0 0,0-1 0,1 1 0,-1-1 0,1 0 0,-1 0 0,1-1 0,0 1 0,0-1 0,0 0 0,0 0 0,0-1 0,0 1 0,5-2 0,-5 2 0,0-1 0,0-1 0,0 1 0,0-1 0,0 0 0,0 0 0,0 0 0,0-1 0,-1 0 0,1 0 0,-1 0 0,1 0 0,-1-1 0,0 0 0,0 1 0,0-2 0,0 1 0,0 0 0,-1-1 0,0 1 0,1-1 0,-1 0 0,-1 0 0,1-1 0,-1 1 0,1-1 0,-1 1 0,0-1 0,1-7 0,0-3 0,0-1 0,-2 0 0,0 0 0,-1 0 0,0 1 0,-4-18 0,0 104 0,3-26-116,-1 15-509,9 89 1,-1-108-6202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18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24575,'0'5'0,"0"7"0,0 6 0,0 24 0,0 21 0,0 9 0,0 3 0,0-2 0,0-8 0,0-6 0,0-7 0,0-8 0,0-11-8191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19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 24575,'0'-1'0,"0"0"0,1 0 0,-1 0 0,1 1 0,-1-1 0,0 0 0,1 0 0,-1 1 0,1-1 0,0 0 0,-1 1 0,1-1 0,0 0 0,-1 1 0,1-1 0,0 1 0,0-1 0,-1 1 0,3-1 0,-3 1 0,1 0 0,-1 1 0,1-1 0,-1 0 0,1 0 0,-1 1 0,0-1 0,1 0 0,-1 0 0,1 1 0,-1-1 0,1 1 0,-1-1 0,0 0 0,1 1 0,-1-1 0,0 1 0,0-1 0,1 1 0,-1-1 0,0 1 0,0-1 0,1 2 0,10 47 0,-8-29 0,5 8 0,0-1 0,2 0 0,1-1 0,1 0 0,1 0 0,20 29 0,-29-50 0,-1-1 0,0 0 0,1-1 0,0 1 0,0 0 0,0-1 0,0 0 0,6 3 0,-9-5 0,1 0 0,0 0 0,-1-1 0,1 1 0,0-1 0,-1 0 0,1 1 0,0-1 0,0 0 0,-1 0 0,1 0 0,0 0 0,0-1 0,-1 1 0,1 0 0,0-1 0,-1 1 0,1-1 0,0 1 0,-1-1 0,1 0 0,-1 0 0,1 0 0,-1 1 0,1-2 0,-1 1 0,2-1 0,8-9 0,-1 0 0,-1 0 0,0-1 0,0 0 0,-1-1 0,7-15 0,-3 4 0,-1-1 0,12-41 0,-12 17-1365,-5 5-5461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21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0 298 24575,'53'0'0,"0"-2"0,57-10 0,-95 10 0,-1-1 0,1-1 0,-1 0 0,1-1 0,-1-1 0,-1 0 0,1 0 0,-1-2 0,0 1 0,-1-2 0,0 0 0,13-11 0,-21 15 0,0 0 0,0 0 0,0 0 0,-1-1 0,0 1 0,0-1 0,0 1 0,-1-1 0,1 0 0,-2 0 0,1 0 0,-1-1 0,1 1 0,-2 0 0,1 0 0,-1-9 0,0 11 0,0 0 0,-1 1 0,1-1 0,-1 1 0,0-1 0,0 1 0,0-1 0,0 1 0,-1 0 0,0-1 0,1 1 0,-1 0 0,0 0 0,0 0 0,-1 1 0,1-1 0,-1 0 0,1 1 0,-1-1 0,0 1 0,0 0 0,0 0 0,0 0 0,0 1 0,0-1 0,-1 1 0,1-1 0,0 1 0,-6-1 0,-1 0 0,0 0 0,-1 0 0,0 1 0,1 1 0,-1 0 0,1 0 0,-1 1 0,1 0 0,-1 1 0,1 0 0,0 1 0,-1 0 0,1 1 0,1 0 0,-1 0 0,1 1 0,-18 11 0,18-8 0,-1 0 0,1 0 0,0 1 0,1 1 0,0-1 0,0 1 0,1 1 0,0-1 0,1 1 0,0 0 0,1 0 0,0 1 0,1 0 0,-5 23 0,4-9 0,1 0 0,2 0 0,0-1 0,2 1 0,1 0 0,1 0 0,9 41 0,-7-50 0,0 0 0,1 0 0,1 0 0,1-1 0,0 0 0,1 0 0,1-1 0,1 0 0,0 0 0,0-1 0,1-1 0,14 13 0,-17-19-195,1-1 0,0 1 0,-1-2 0,2 0 0,-1 0 0,18 7 0,10-1-6631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22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1 176 24575,'11'13'0,"-1"1"0,-1 0 0,0 0 0,0 1 0,7 20 0,-6-16 0,3 13 0,-1 0 0,-2 0 0,9 46 0,8 27 0,-22-89 0,1 1 0,0-1 0,2 0 0,14 23 0,-20-35 0,0-1 0,1 0 0,-1 0 0,1 0 0,0 0 0,0-1 0,0 1 0,0-1 0,0 0 0,1 0 0,5 3 0,-6-4 0,-1 0 0,1-1 0,-1 1 0,1-1 0,0 0 0,-1 0 0,1 0 0,-1 0 0,1 0 0,0-1 0,-1 1 0,1-1 0,-1 1 0,1-1 0,-1 0 0,1 0 0,-1 0 0,0-1 0,4-1 0,-2 0 0,1-1 0,-1 1 0,-1-1 0,1 0 0,0 0 0,-1 0 0,0 0 0,0 0 0,0-1 0,4-8 0,18-57 0,-11 32 0,25-79-455,-5-1 0,23-142 0,-47 205-6371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24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324 1 24575,'-30'-1'0,"-1"2"0,1 1 0,0 2 0,-46 10 0,68-11 0,0-1 0,0 2 0,0-1 0,0 1 0,0 1 0,1-1 0,-1 1 0,-11 11 0,15-12 0,-1 1 0,1 0 0,1 0 0,-1 0 0,1 0 0,0 1 0,0 0 0,0-1 0,1 1 0,0 0 0,0 0 0,1 0 0,-2 12 0,2-13 0,0 0 0,1 0 0,-1 0 0,1 1 0,0-1 0,1 0 0,-1 0 0,1 1 0,0-1 0,1 0 0,-1 0 0,1 0 0,0 0 0,0-1 0,0 1 0,1 0 0,0-1 0,0 1 0,0-1 0,0 0 0,1 0 0,-1 0 0,1-1 0,0 1 0,0-1 0,1 0 0,-1 0 0,0-1 0,1 1 0,0-1 0,0 0 0,0 0 0,0 0 0,0-1 0,0 0 0,0 0 0,8 1 0,4 0 0,1-1 0,-1-1 0,1 0 0,-1-1 0,24-5 0,-35 5 0,1-1 0,-1 0 0,0 0 0,0 0 0,0-1 0,0 0 0,-1 0 0,1-1 0,-1 1 0,1-1 0,-1 0 0,0 0 0,-1-1 0,1 0 0,-1 0 0,0 0 0,5-9 0,-1-4 0,0-1 0,-2 0 0,0-1 0,-1 0 0,-1 1 0,-1-2 0,-1 1 0,0-24 0,-6 416 0,4-359 0,3 41 0,-3-52 0,1 1 0,-1-1 0,0 1 0,1-1 0,0 1 0,0-1 0,-1 0 0,1 1 0,0-1 0,1 0 0,-1 0 0,0 0 0,1 0 0,-1 0 0,1 0 0,2 3 0,-3-5-65,0 0 0,0 0 0,-1 1 0,1-1 0,0 0 0,-1 0 0,1 0 0,0 0 0,0 0 0,-1 0 0,1 0 0,0 0 0,0 0 0,-1 0 0,1 0 0,0 0 0,0-1 0,-1 1 0,1 0 0,0-1 0,16-9-6761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24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1 24575,'-24'82'0,"-5"22"0,-2 10 0,-20 129 0,6 13 0,28-147 132,3-16-1629,7-66-5329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25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 24575,'-2'83'0,"-4"-1"0,-20 95 0,22-155 0,0-3 0,1 0 0,0 1 0,2-1 0,1 37 0,0-53 0,1 0 0,-1 1 0,1-1 0,0 0 0,0 0 0,1 0 0,-1 0 0,0-1 0,1 1 0,0 0 0,0 0 0,0-1 0,0 1 0,0-1 0,0 0 0,1 0 0,-1 0 0,1 0 0,-1 0 0,1 0 0,0-1 0,0 1 0,0-1 0,0 1 0,0-1 0,0 0 0,0-1 0,0 1 0,0 0 0,0-1 0,1 0 0,5 0 0,-2 0 0,1 0 0,-1 0 0,0-1 0,0 0 0,0 0 0,0-1 0,0 0 0,0 0 0,0-1 0,-1 0 0,1 0 0,-1-1 0,11-6 0,-8 1 0,-1-1 0,0 1 0,0-1 0,-1 0 0,0-1 0,-1 0 0,0 0 0,-1 0 0,0-1 0,-1 1 0,0-1 0,-1-1 0,3-14 0,1-21 0,2-95 0,-8 43-1365,-2 63-5461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26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1 150 24575,'44'1'0,"-8"-1"0,68-6 0,-94 5 0,0 0 0,-1-2 0,0 1 0,1-1 0,-1 0 0,0-1 0,-1 0 0,1 0 0,-1-1 0,1-1 0,13-11 0,-20 16 0,0 0 0,-1-1 0,1 0 0,0 1 0,-1-1 0,1 0 0,-1 0 0,0 0 0,1 0 0,-1 0 0,0 0 0,0 0 0,-1 0 0,1 0 0,0 0 0,-1-1 0,1 1 0,-1 0 0,1-3 0,-2 3 0,1 1 0,-1-1 0,1 0 0,-1 1 0,0-1 0,0 1 0,0-1 0,1 1 0,-1 0 0,-1-1 0,1 1 0,0 0 0,0 0 0,0-1 0,-1 1 0,1 0 0,0 0 0,-1 0 0,-2-1 0,-5-2 0,-1 1 0,1-1 0,-1 1 0,0 1 0,0 0 0,0 0 0,-11 1 0,6 0 0,1 0 0,-1 2 0,0-1 0,1 2 0,-21 4 0,31-5 0,-1 1 0,1-1 0,0 0 0,0 1 0,0 0 0,0 0 0,0 0 0,0 1 0,1-1 0,-1 1 0,1 0 0,0 0 0,-1 0 0,2 1 0,-1-1 0,0 0 0,0 1 0,1 0 0,0 0 0,0 0 0,0 0 0,-1 4 0,-2 18 0,1-1 0,1 1 0,1 0 0,2-1 0,0 1 0,6 30 0,-2 31 0,-4-69 0,1-1 0,1 1 0,0-1 0,1 1 0,1-1 0,11 30 0,-12-39 0,2 1 0,-1-1 0,1-1 0,0 1 0,0-1 0,1 1 0,0-1 0,1-1 0,-1 0 0,1 1 0,1-2 0,-1 1 0,1-1 0,14 7 0,46 16-1365,-39-19-5461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27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288 0 24575,'0'5'0,"0"12"0,-5 17 0,-12 9 0,-8 16 0,-4 8 0,2 3 0,7-1 0,0-1 0,0-14 0,-2-15 0,2-9 0,0-10 0,-11-8 0,-1-7-8191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28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24575,'1'0'0,"0"0"0,-1 0 0,1 1 0,0-1 0,0 0 0,0 1 0,0-1 0,-1 0 0,1 1 0,0-1 0,0 1 0,-1-1 0,1 1 0,0 0 0,-1-1 0,1 1 0,-1 0 0,1-1 0,-1 1 0,1 0 0,-1 0 0,1-1 0,-1 1 0,0 0 0,1 0 0,-1 0 0,0 0 0,0 1 0,5 30 0,-5-25 0,8 97 0,-9 172 0,-14-177 0,9-67 0,-3 49 0,8-65 0,1-1 0,6-31 0,14-54 0,-9 24 0,3 0 0,2 1 0,21-43 0,-33 81 0,-1 1 0,1 0 0,0 0 0,0 0 0,1 0 0,0 0 0,0 1 0,0 0 0,1 0 0,7-4 0,-10 7 0,1 0 0,-1 0 0,1 1 0,0-1 0,0 1 0,-1 0 0,1 0 0,0 1 0,0-1 0,0 1 0,0 0 0,0 0 0,0 0 0,0 0 0,0 1 0,0-1 0,0 1 0,0 0 0,0 0 0,4 3 0,0-1 0,-1 1 0,1 0 0,-1 1 0,0 0 0,0 0 0,-1 0 0,1 1 0,-1 0 0,-1 0 0,1 0 0,-1 1 0,0 0 0,0 0 0,-1 1 0,0-1 0,0 1 0,-1 0 0,3 8 0,4 17 0,-2 0 0,-1 1 0,2 42 0,-3-27 0,23 106-1365,-13-98-5461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29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1 152 24575,'0'37'0,"1"-1"0,2 1 0,12 52 0,-11-75 0,0 1 0,0-1 0,2 0 0,0 0 0,0 0 0,2-1 0,-1 0 0,2 0 0,0-1 0,20 22 0,-27-32 0,0 1 0,1-1 0,-1 0 0,0 0 0,1 0 0,0 0 0,-1-1 0,1 1 0,0-1 0,0 1 0,0-1 0,0 0 0,0 0 0,0-1 0,0 1 0,0-1 0,0 1 0,4-1 0,-4 0 0,-1-1 0,1 0 0,0 0 0,-1 0 0,1 0 0,0 0 0,-1 0 0,0-1 0,1 1 0,-1-1 0,0 0 0,0 1 0,1-1 0,-2 0 0,1 0 0,3-4 0,1-4 0,0 0 0,0 0 0,-1-1 0,0 0 0,-1 0 0,0 0 0,-1 0 0,2-16 0,3-34 0,-4-1 0,-2 1 0,-8-79 0,1 96-1365,-2 5-5461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30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24575,'0'5'0,"0"11"0,0 8 0,0 36 0,0 16 0,0 11 0,0 0 0,0-10 0,0-7 0,0 8 0,0 1 0,0-7 0,0-7 0,0-9 0,0-14-8191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31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24575,'5'0'0,"2"5"0,-1 11 0,-1 33 0,-1 13 0,-2 7 0,-1 0 0,-1-6 0,0-9 0,0-8 0,0-8 0,0 1 0,-1 12 0,1 4 0,0-4 0,0 5 0,0-7-8191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32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24575,'40'0'0,"-4"-1"0,-1 2 0,45 7 0,-67-6 0,-1 1 0,0 0 0,-1 1 0,1 0 0,-1 1 0,1 0 0,-1 1 0,-1 0 0,1 1 0,12 11 0,-11-7 0,0 0 0,-1 1 0,-1 1 0,0 0 0,14 23 0,33 77 0,-19-35 0,-14-23 0,-1 0 0,21 87 0,-28-89 0,-6-15 0,-1 0 0,-2 1 0,-2-1 0,0 43 0,-5-16 0,-14 104 0,12-154 0,0-1 0,-2 0 0,0 0 0,0-1 0,-1 1 0,-1-1 0,0 0 0,-1 0 0,-1-1 0,1 0 0,-2 0 0,0-1 0,0 0 0,-1 0 0,-22 17 0,-29 25-455,-3-3 0,-75 46 0,108-79-6371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33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30 24575,'0'-5'0,"-4"-2"0,-13 1 0,-8 6 0,1 8 0,4 7 0,10 2 0,12-3 0,11-8 0,3-15 0,-1-11 0,-8-3 0,-6 4-8191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13:43:34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60 24575,'0'-2'0,"0"0"0,0 0 0,0 0 0,-1-1 0,1 1 0,-1 0 0,0 0 0,1 0 0,-1 0 0,0 0 0,0 0 0,-1 0 0,1 0 0,0 1 0,0-1 0,-1 0 0,1 1 0,-1-1 0,0 1 0,1-1 0,-1 1 0,0 0 0,0 0 0,0 0 0,0 0 0,0 0 0,0 0 0,0 0 0,0 1 0,0-1 0,0 1 0,-1-1 0,1 1 0,0 0 0,0 0 0,0 0 0,-1 0 0,1 0 0,-3 1 0,2-1 0,-1 1 0,1-1 0,-1 0 0,1 1 0,-1 0 0,1 0 0,-1 0 0,1 0 0,0 1 0,0-1 0,-1 1 0,1 0 0,0 0 0,1 0 0,-1 0 0,0 1 0,0-1 0,1 1 0,0-1 0,-1 1 0,1 0 0,0 0 0,-2 5 0,4-8 0,0 0 0,0 1 0,-1-1 0,1 1 0,0-1 0,0 0 0,0 1 0,0-1 0,0 1 0,0-1 0,0 0 0,0 1 0,1-1 0,-1 1 0,0-1 0,0 0 0,0 1 0,0-1 0,0 0 0,1 1 0,-1-1 0,0 0 0,0 1 0,1-1 0,-1 0 0,0 1 0,0-1 0,1 0 0,-1 0 0,0 1 0,1-1 0,-1 0 0,0 0 0,1 0 0,-1 1 0,1-1 0,-1 0 0,0 0 0,1 0 0,-1 0 0,0 0 0,1 0 0,-1 0 0,1 0 0,-1 0 0,0 0 0,1 0 0,-1 0 0,1 0 0,-1 0 0,22-6 0,-20 4 0,0 1 0,0-1 0,-1 0 0,1 0 0,-1 0 0,1-1 0,-1 1 0,0 0 0,1 0 0,-1-1 0,0 1 0,-1-1 0,1 1 0,0-1 0,-1 1 0,1-6 0,-1 7 0,0 1 0,0-1 0,0 0 0,0 0 0,0 0 0,0 0 0,0 1 0,0-1 0,-1 0 0,1 0 0,0 1 0,-1-1 0,1 0 0,0 0 0,-1 1 0,1-1 0,-1 0 0,1 1 0,-1-1 0,1 0 0,-2 0 0,1 0 0,0 1 0,0 0 0,0-1 0,-1 1 0,1 0 0,0 0 0,0 0 0,0 0 0,0 0 0,-1 0 0,1 0 0,0 0 0,0 0 0,0 1 0,0-1 0,0 0 0,-1 1 0,1-1 0,0 1 0,-1 0 0,-2 1 0,1 1 0,-1-1 0,1 1 0,0-1 0,0 1 0,0 0 0,0 0 0,1 1 0,-1-1 0,1 1 0,0-1 0,0 1 0,0 0 0,0-1 0,-2 8 0,4-10 0,0-1 0,0 0 0,0 1 0,0-1 0,0 1 0,0-1 0,0 1 0,0-1 0,0 0 0,0 1 0,0-1 0,0 1 0,0-1 0,0 0 0,1 1 0,-1-1 0,0 1 0,0-1 0,0 0 0,1 1 0,-1-1 0,0 0 0,0 1 0,1-1 0,-1 0 0,0 1 0,1-1 0,-1 0 0,0 1 0,1-1 0,-1 0 0,0 0 0,1 0 0,-1 1 0,1-1 0,-1 0 0,0 0 0,1 0 0,-1 0 0,1 0 0,-1 0 0,1 0 0,26 2 0,-12-2 0,-8 1 0,-1 0 0,0 0 0,0 1 0,0 0 0,0 0 0,0 0 0,0 0 0,-1 1 0,1 0 0,-1 1 0,0-1 0,1 1 0,-2 0 0,1 0 0,0 0 0,-1 1 0,0 0 0,0 0 0,0 0 0,-1 0 0,1 0 0,-1 1 0,-1-1 0,1 1 0,-1 0 0,0 0 0,2 7 0,1 7 0,-1 1 0,-1-1 0,0 1 0,-2 0 0,0 0 0,-2 0 0,0 0 0,-1 0 0,-1 0 0,-1-1 0,-10 32 0,-11 13-1365,15-33-5461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3" y="4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t" anchorCtr="0" compatLnSpc="1">
            <a:prstTxWarp prst="textNoShape">
              <a:avLst/>
            </a:prstTxWarp>
          </a:bodyPr>
          <a:lstStyle>
            <a:lvl1pPr defTabSz="910113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903" y="4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t" anchorCtr="0" compatLnSpc="1">
            <a:prstTxWarp prst="textNoShape">
              <a:avLst/>
            </a:prstTxWarp>
          </a:bodyPr>
          <a:lstStyle>
            <a:lvl1pPr algn="r" defTabSz="910113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BFC78385-4D3F-43FE-97C2-4CB45FAD9DCD}" type="datetimeFigureOut">
              <a:rPr lang="en-US"/>
              <a:pPr>
                <a:defRPr/>
              </a:pPr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9188" y="698500"/>
            <a:ext cx="4643437" cy="3484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472" tIns="44737" rIns="89472" bIns="44737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8483" y="4416102"/>
            <a:ext cx="5504853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3" y="8829124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b" anchorCtr="0" compatLnSpc="1">
            <a:prstTxWarp prst="textNoShape">
              <a:avLst/>
            </a:prstTxWarp>
          </a:bodyPr>
          <a:lstStyle>
            <a:lvl1pPr defTabSz="910113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903" y="8829124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b" anchorCtr="0" compatLnSpc="1">
            <a:prstTxWarp prst="textNoShape">
              <a:avLst/>
            </a:prstTxWarp>
          </a:bodyPr>
          <a:lstStyle>
            <a:lvl1pPr algn="r" defTabSz="910113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BDF97A26-8EDD-4564-9705-85BE5B01BB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661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Timing:  Aim to finish I the first hour so that the teams can do project work and meet with a TA in the second hour.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Quiz </a:t>
            </a:r>
            <a:r>
              <a:rPr lang="en-US" dirty="0"/>
              <a:t>given in next slide (give them lots of time to work on this and do it on the board, 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Print </a:t>
            </a:r>
            <a:r>
              <a:rPr lang="en-US" dirty="0"/>
              <a:t>this out for them to work on paper before coding first few in-class exercises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https://docs.google.com/document/d/14JZQNpy_uZlawvqma7su3AO1nOjfe89xqSGUwgt7kWM/edit?usp=sharing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A892EB-4ED9-40F8-8DD5-2C12D0D4A00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80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/>
              <a:t>JAY: I like to use different colored markers (4) for 4 different lines of code executed that change the box-n-pointer diagram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LinkedList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LinkedList();</a:t>
            </a:r>
          </a:p>
          <a:p>
            <a:pPr algn="l"/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.addAtBeginning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pPr algn="l"/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.addAtBeginning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(2);</a:t>
            </a:r>
          </a:p>
          <a:p>
            <a:pPr algn="l"/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.addAtBeginning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(3);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F97A26-8EDD-4564-9705-85BE5B01BB3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22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F97A26-8EDD-4564-9705-85BE5B01BB3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74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F97A26-8EDD-4564-9705-85BE5B01BB3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329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Modify Diagram and Write Code Exercise:</a:t>
            </a:r>
          </a:p>
          <a:p>
            <a:r>
              <a:rPr lang="en-US" dirty="0"/>
              <a:t>https://docs.google.com/document/d/14JZQNpy_uZlawvqma7su3AO1nOjfe89xqSGUwgt7kWM/edit?usp=sharing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F97A26-8EDD-4564-9705-85BE5B01BB3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1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2C9645-B44E-48B7-8B78-F42842175B42}" type="datetime2">
              <a:rPr lang="en-US" smtClean="0"/>
              <a:pPr>
                <a:defRPr/>
              </a:pPr>
              <a:t>Tuesday, October 28,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5B30F1-E047-4650-BFCB-53C7CB21B9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2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4F295D-B4FB-47C7-ABE7-E3B0DED16A6B}" type="datetime2">
              <a:rPr lang="en-US" smtClean="0"/>
              <a:pPr>
                <a:defRPr/>
              </a:pPr>
              <a:t>Tuesday, October 28,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307B27-B903-4227-BCF8-55EF37DC62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24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C7B8FB-6A62-4B8F-B178-8F5700724967}" type="datetime2">
              <a:rPr lang="en-US" smtClean="0"/>
              <a:pPr>
                <a:defRPr/>
              </a:pPr>
              <a:t>Tuesday, October 28,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13D0EB-45B8-459E-B690-0E608BEE1FF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93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AF9970-C56C-49D1-A05D-CB02523538BA}" type="datetime2">
              <a:rPr lang="en-US" smtClean="0"/>
              <a:pPr>
                <a:defRPr/>
              </a:pPr>
              <a:t>Tuesday, October 28,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712C18-26B8-4E4F-BA31-714AFEDDC2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7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8F6622-1145-4FF5-B65B-54B990E85A25}" type="datetime2">
              <a:rPr lang="en-US" smtClean="0"/>
              <a:pPr>
                <a:defRPr/>
              </a:pPr>
              <a:t>Tuesday, October 28,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AFE424-9F89-4E32-ADE8-D217DD8472E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72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BEE7CD-DF58-475A-B4A3-14FA5C2A98BA}" type="datetime2">
              <a:rPr lang="en-US" smtClean="0"/>
              <a:pPr>
                <a:defRPr/>
              </a:pPr>
              <a:t>Tuesday, October 28,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BA637E-5842-4BEF-970F-1D5F15FF4B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60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2E2DAC-2CA7-45E8-A019-4434C9B1A932}" type="datetime2">
              <a:rPr lang="en-US" smtClean="0"/>
              <a:pPr>
                <a:defRPr/>
              </a:pPr>
              <a:t>Tuesday, October 28,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29E039-3AC9-4A0B-A4F6-F0AE5C172D1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89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493980-E9E2-48A8-A4D8-C69CA8E0FB12}" type="datetime2">
              <a:rPr lang="en-US" smtClean="0"/>
              <a:pPr>
                <a:defRPr/>
              </a:pPr>
              <a:t>Tuesday, October 28,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82215C-9C42-4373-9EF0-EAD23AD649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917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17C165-B5F7-447A-BAD5-8CC49919CB68}" type="datetime2">
              <a:rPr lang="en-US" smtClean="0"/>
              <a:pPr>
                <a:defRPr/>
              </a:pPr>
              <a:t>Tuesday, October 28,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00BFBD-625C-4159-9F03-384B4C45D9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52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DB7A0D-7957-4983-89DC-ABA871FB5D48}" type="datetime2">
              <a:rPr lang="en-US" smtClean="0"/>
              <a:pPr>
                <a:defRPr/>
              </a:pPr>
              <a:t>Tuesday, October 28,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3F763-FFA4-4122-BB10-31488A5FB1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760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E42741-44EC-4F02-916A-883E9E975BA2}" type="datetime2">
              <a:rPr lang="en-US" smtClean="0"/>
              <a:pPr>
                <a:defRPr/>
              </a:pPr>
              <a:t>Tuesday, October 28,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649201-5ED0-4F2A-8F2D-2EB8563B7E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78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17C1CBE-7A55-4083-921E-CCF93302F1C6}" type="datetime2">
              <a:rPr lang="en-US" smtClean="0"/>
              <a:pPr>
                <a:defRPr/>
              </a:pPr>
              <a:t>Tuesday, October 28,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0A3005E-6D5E-433E-809B-26004E38BE6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86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0" r:id="rId1"/>
    <p:sldLayoutId id="2147484541" r:id="rId2"/>
    <p:sldLayoutId id="2147484542" r:id="rId3"/>
    <p:sldLayoutId id="2147484543" r:id="rId4"/>
    <p:sldLayoutId id="2147484544" r:id="rId5"/>
    <p:sldLayoutId id="2147484545" r:id="rId6"/>
    <p:sldLayoutId id="2147484546" r:id="rId7"/>
    <p:sldLayoutId id="2147484547" r:id="rId8"/>
    <p:sldLayoutId id="2147484548" r:id="rId9"/>
    <p:sldLayoutId id="2147484549" r:id="rId10"/>
    <p:sldLayoutId id="214748455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oogle.com/document/d/14JZQNpy_uZlawvqma7su3AO1nOjfe89xqSGUwgt7kWM/edit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.png"/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31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44.png"/><Relationship Id="rId84" Type="http://schemas.openxmlformats.org/officeDocument/2006/relationships/image" Target="../media/image52.png"/><Relationship Id="rId89" Type="http://schemas.openxmlformats.org/officeDocument/2006/relationships/customXml" Target="../ink/ink44.xml"/><Relationship Id="rId112" Type="http://schemas.openxmlformats.org/officeDocument/2006/relationships/image" Target="../media/image66.png"/><Relationship Id="rId16" Type="http://schemas.openxmlformats.org/officeDocument/2006/relationships/image" Target="../media/image18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26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39.png"/><Relationship Id="rId74" Type="http://schemas.openxmlformats.org/officeDocument/2006/relationships/image" Target="../media/image47.png"/><Relationship Id="rId79" Type="http://schemas.openxmlformats.org/officeDocument/2006/relationships/customXml" Target="../ink/ink39.xml"/><Relationship Id="rId102" Type="http://schemas.openxmlformats.org/officeDocument/2006/relationships/image" Target="../media/image61.png"/><Relationship Id="rId123" Type="http://schemas.openxmlformats.org/officeDocument/2006/relationships/customXml" Target="../ink/ink61.xml"/><Relationship Id="rId5" Type="http://schemas.openxmlformats.org/officeDocument/2006/relationships/customXml" Target="../ink/ink2.xml"/><Relationship Id="rId90" Type="http://schemas.openxmlformats.org/officeDocument/2006/relationships/image" Target="../media/image55.png"/><Relationship Id="rId95" Type="http://schemas.openxmlformats.org/officeDocument/2006/relationships/customXml" Target="../ink/ink47.xml"/><Relationship Id="rId22" Type="http://schemas.openxmlformats.org/officeDocument/2006/relationships/image" Target="../media/image21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34.png"/><Relationship Id="rId64" Type="http://schemas.openxmlformats.org/officeDocument/2006/relationships/image" Target="../media/image42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69.png"/><Relationship Id="rId80" Type="http://schemas.openxmlformats.org/officeDocument/2006/relationships/image" Target="../media/image50.png"/><Relationship Id="rId85" Type="http://schemas.openxmlformats.org/officeDocument/2006/relationships/customXml" Target="../ink/ink42.xml"/><Relationship Id="rId12" Type="http://schemas.openxmlformats.org/officeDocument/2006/relationships/image" Target="../media/image16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64.png"/><Relationship Id="rId124" Type="http://schemas.openxmlformats.org/officeDocument/2006/relationships/image" Target="../media/image72.png"/><Relationship Id="rId54" Type="http://schemas.openxmlformats.org/officeDocument/2006/relationships/image" Target="../media/image37.png"/><Relationship Id="rId70" Type="http://schemas.openxmlformats.org/officeDocument/2006/relationships/image" Target="../media/image45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23" Type="http://schemas.openxmlformats.org/officeDocument/2006/relationships/customXml" Target="../ink/ink11.xml"/><Relationship Id="rId28" Type="http://schemas.openxmlformats.org/officeDocument/2006/relationships/image" Target="../media/image24.png"/><Relationship Id="rId49" Type="http://schemas.openxmlformats.org/officeDocument/2006/relationships/customXml" Target="../ink/ink24.xml"/><Relationship Id="rId114" Type="http://schemas.openxmlformats.org/officeDocument/2006/relationships/image" Target="../media/image67.png"/><Relationship Id="rId119" Type="http://schemas.openxmlformats.org/officeDocument/2006/relationships/customXml" Target="../ink/ink59.xml"/><Relationship Id="rId44" Type="http://schemas.openxmlformats.org/officeDocument/2006/relationships/image" Target="../media/image32.png"/><Relationship Id="rId60" Type="http://schemas.openxmlformats.org/officeDocument/2006/relationships/image" Target="../media/image40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53.png"/><Relationship Id="rId4" Type="http://schemas.openxmlformats.org/officeDocument/2006/relationships/image" Target="../media/image12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9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27.png"/><Relationship Id="rId50" Type="http://schemas.openxmlformats.org/officeDocument/2006/relationships/image" Target="../media/image35.png"/><Relationship Id="rId55" Type="http://schemas.openxmlformats.org/officeDocument/2006/relationships/customXml" Target="../ink/ink27.xml"/><Relationship Id="rId76" Type="http://schemas.openxmlformats.org/officeDocument/2006/relationships/image" Target="../media/image48.png"/><Relationship Id="rId97" Type="http://schemas.openxmlformats.org/officeDocument/2006/relationships/customXml" Target="../ink/ink48.xml"/><Relationship Id="rId104" Type="http://schemas.openxmlformats.org/officeDocument/2006/relationships/image" Target="../media/image62.png"/><Relationship Id="rId120" Type="http://schemas.openxmlformats.org/officeDocument/2006/relationships/image" Target="../media/image70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56.png"/><Relationship Id="rId2" Type="http://schemas.openxmlformats.org/officeDocument/2006/relationships/image" Target="../media/image10.png"/><Relationship Id="rId29" Type="http://schemas.openxmlformats.org/officeDocument/2006/relationships/customXml" Target="../ink/ink14.xml"/><Relationship Id="rId24" Type="http://schemas.openxmlformats.org/officeDocument/2006/relationships/image" Target="../media/image22.png"/><Relationship Id="rId40" Type="http://schemas.openxmlformats.org/officeDocument/2006/relationships/image" Target="../media/image30.png"/><Relationship Id="rId45" Type="http://schemas.openxmlformats.org/officeDocument/2006/relationships/customXml" Target="../ink/ink22.xml"/><Relationship Id="rId66" Type="http://schemas.openxmlformats.org/officeDocument/2006/relationships/image" Target="../media/image43.png"/><Relationship Id="rId87" Type="http://schemas.openxmlformats.org/officeDocument/2006/relationships/customXml" Target="../ink/ink43.xml"/><Relationship Id="rId110" Type="http://schemas.openxmlformats.org/officeDocument/2006/relationships/image" Target="../media/image65.png"/><Relationship Id="rId115" Type="http://schemas.openxmlformats.org/officeDocument/2006/relationships/customXml" Target="../ink/ink57.xml"/><Relationship Id="rId61" Type="http://schemas.openxmlformats.org/officeDocument/2006/relationships/customXml" Target="../ink/ink30.xml"/><Relationship Id="rId82" Type="http://schemas.openxmlformats.org/officeDocument/2006/relationships/image" Target="../media/image51.png"/><Relationship Id="rId19" Type="http://schemas.openxmlformats.org/officeDocument/2006/relationships/customXml" Target="../ink/ink9.xml"/><Relationship Id="rId14" Type="http://schemas.openxmlformats.org/officeDocument/2006/relationships/image" Target="../media/image17.png"/><Relationship Id="rId30" Type="http://schemas.openxmlformats.org/officeDocument/2006/relationships/image" Target="../media/image25.png"/><Relationship Id="rId35" Type="http://schemas.openxmlformats.org/officeDocument/2006/relationships/customXml" Target="../ink/ink17.xml"/><Relationship Id="rId56" Type="http://schemas.openxmlformats.org/officeDocument/2006/relationships/image" Target="../media/image38.png"/><Relationship Id="rId77" Type="http://schemas.openxmlformats.org/officeDocument/2006/relationships/customXml" Target="../ink/ink38.xml"/><Relationship Id="rId100" Type="http://schemas.openxmlformats.org/officeDocument/2006/relationships/image" Target="../media/image60.png"/><Relationship Id="rId105" Type="http://schemas.openxmlformats.org/officeDocument/2006/relationships/customXml" Target="../ink/ink52.xml"/><Relationship Id="rId8" Type="http://schemas.openxmlformats.org/officeDocument/2006/relationships/image" Target="../media/image14.png"/><Relationship Id="rId51" Type="http://schemas.openxmlformats.org/officeDocument/2006/relationships/customXml" Target="../ink/ink25.xml"/><Relationship Id="rId72" Type="http://schemas.openxmlformats.org/officeDocument/2006/relationships/image" Target="../media/image46.png"/><Relationship Id="rId93" Type="http://schemas.openxmlformats.org/officeDocument/2006/relationships/customXml" Target="../ink/ink46.xml"/><Relationship Id="rId98" Type="http://schemas.openxmlformats.org/officeDocument/2006/relationships/image" Target="../media/image59.png"/><Relationship Id="rId121" Type="http://schemas.openxmlformats.org/officeDocument/2006/relationships/customXml" Target="../ink/ink60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33.png"/><Relationship Id="rId67" Type="http://schemas.openxmlformats.org/officeDocument/2006/relationships/customXml" Target="../ink/ink33.xml"/><Relationship Id="rId116" Type="http://schemas.openxmlformats.org/officeDocument/2006/relationships/image" Target="../media/image68.png"/><Relationship Id="rId20" Type="http://schemas.openxmlformats.org/officeDocument/2006/relationships/image" Target="../media/image20.png"/><Relationship Id="rId41" Type="http://schemas.openxmlformats.org/officeDocument/2006/relationships/customXml" Target="../ink/ink20.xml"/><Relationship Id="rId62" Type="http://schemas.openxmlformats.org/officeDocument/2006/relationships/image" Target="../media/image41.png"/><Relationship Id="rId83" Type="http://schemas.openxmlformats.org/officeDocument/2006/relationships/customXml" Target="../ink/ink41.xml"/><Relationship Id="rId88" Type="http://schemas.openxmlformats.org/officeDocument/2006/relationships/image" Target="../media/image54.png"/><Relationship Id="rId111" Type="http://schemas.openxmlformats.org/officeDocument/2006/relationships/customXml" Target="../ink/ink55.xml"/><Relationship Id="rId15" Type="http://schemas.openxmlformats.org/officeDocument/2006/relationships/customXml" Target="../ink/ink7.xml"/><Relationship Id="rId36" Type="http://schemas.openxmlformats.org/officeDocument/2006/relationships/image" Target="../media/image28.png"/><Relationship Id="rId57" Type="http://schemas.openxmlformats.org/officeDocument/2006/relationships/customXml" Target="../ink/ink28.xml"/><Relationship Id="rId106" Type="http://schemas.openxmlformats.org/officeDocument/2006/relationships/image" Target="../media/image63.png"/><Relationship Id="rId10" Type="http://schemas.openxmlformats.org/officeDocument/2006/relationships/image" Target="../media/image15.png"/><Relationship Id="rId31" Type="http://schemas.openxmlformats.org/officeDocument/2006/relationships/customXml" Target="../ink/ink15.xml"/><Relationship Id="rId52" Type="http://schemas.openxmlformats.org/officeDocument/2006/relationships/image" Target="../media/image36.png"/><Relationship Id="rId73" Type="http://schemas.openxmlformats.org/officeDocument/2006/relationships/customXml" Target="../ink/ink36.xml"/><Relationship Id="rId78" Type="http://schemas.openxmlformats.org/officeDocument/2006/relationships/image" Target="../media/image49.png"/><Relationship Id="rId94" Type="http://schemas.openxmlformats.org/officeDocument/2006/relationships/image" Target="../media/image57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7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720969" y="2130425"/>
            <a:ext cx="7772400" cy="14700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/>
              <a:t>Linked List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1FF715-0823-404A-A702-CDE3E8A13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457200"/>
            <a:ext cx="5549900" cy="1470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447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Linked-List </a:t>
            </a:r>
            <a:br>
              <a:rPr lang="en-US" dirty="0"/>
            </a:br>
            <a:r>
              <a:rPr lang="en-US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Get into pairs</a:t>
            </a:r>
          </a:p>
          <a:p>
            <a:r>
              <a:rPr lang="en-US" dirty="0"/>
              <a:t>Look at/run the code in </a:t>
            </a:r>
            <a:r>
              <a:rPr lang="en-US" dirty="0" err="1"/>
              <a:t>LinkedList.java</a:t>
            </a:r>
            <a:r>
              <a:rPr lang="en-US" dirty="0"/>
              <a:t>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  <a:p>
            <a:r>
              <a:rPr lang="en-US" dirty="0"/>
              <a:t>Draw a box-and-pointer diagram of what’s happening in the main code.</a:t>
            </a:r>
          </a:p>
          <a:p>
            <a:r>
              <a:rPr lang="en-US" dirty="0"/>
              <a:t>To figure it out, you’ll have to look at the </a:t>
            </a:r>
            <a:r>
              <a:rPr lang="en-US" dirty="0">
                <a:solidFill>
                  <a:schemeClr val="accent6"/>
                </a:solidFill>
              </a:rPr>
              <a:t>LinkedList constructor</a:t>
            </a:r>
            <a:r>
              <a:rPr lang="en-US" dirty="0"/>
              <a:t> and </a:t>
            </a:r>
            <a:r>
              <a:rPr lang="en-US" dirty="0" err="1">
                <a:solidFill>
                  <a:schemeClr val="accent6"/>
                </a:solidFill>
              </a:rPr>
              <a:t>addAtBeginning</a:t>
            </a:r>
            <a:r>
              <a:rPr lang="en-US" dirty="0"/>
              <a:t>.</a:t>
            </a:r>
          </a:p>
          <a:p>
            <a:r>
              <a:rPr lang="en-US" dirty="0"/>
              <a:t>If you’ve forgotten how to do box-and-pointer diagrams, see reference guide</a:t>
            </a:r>
            <a:endParaRPr lang="en-US" i="1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0DF6DB1-B0B6-0743-B07A-66AE728B8FB3}"/>
              </a:ext>
            </a:extLst>
          </p:cNvPr>
          <p:cNvSpPr/>
          <p:nvPr/>
        </p:nvSpPr>
        <p:spPr>
          <a:xfrm>
            <a:off x="7543800" y="1066800"/>
            <a:ext cx="1404398" cy="1369761"/>
          </a:xfrm>
          <a:custGeom>
            <a:avLst/>
            <a:gdLst>
              <a:gd name="connsiteX0" fmla="*/ 864973 w 1404398"/>
              <a:gd name="connsiteY0" fmla="*/ 1359412 h 1369761"/>
              <a:gd name="connsiteX1" fmla="*/ 902043 w 1404398"/>
              <a:gd name="connsiteY1" fmla="*/ 1309985 h 1369761"/>
              <a:gd name="connsiteX2" fmla="*/ 1322173 w 1404398"/>
              <a:gd name="connsiteY2" fmla="*/ 902212 h 1369761"/>
              <a:gd name="connsiteX3" fmla="*/ 1272746 w 1404398"/>
              <a:gd name="connsiteY3" fmla="*/ 148450 h 1369761"/>
              <a:gd name="connsiteX4" fmla="*/ 0 w 1404398"/>
              <a:gd name="connsiteY4" fmla="*/ 169 h 1369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4398" h="1369761">
                <a:moveTo>
                  <a:pt x="864973" y="1359412"/>
                </a:moveTo>
                <a:cubicBezTo>
                  <a:pt x="845408" y="1372798"/>
                  <a:pt x="825843" y="1386185"/>
                  <a:pt x="902043" y="1309985"/>
                </a:cubicBezTo>
                <a:cubicBezTo>
                  <a:pt x="978243" y="1233785"/>
                  <a:pt x="1260389" y="1095801"/>
                  <a:pt x="1322173" y="902212"/>
                </a:cubicBezTo>
                <a:cubicBezTo>
                  <a:pt x="1383957" y="708623"/>
                  <a:pt x="1493108" y="298790"/>
                  <a:pt x="1272746" y="148450"/>
                </a:cubicBezTo>
                <a:cubicBezTo>
                  <a:pt x="1052384" y="-1891"/>
                  <a:pt x="526192" y="-861"/>
                  <a:pt x="0" y="169"/>
                </a:cubicBezTo>
              </a:path>
            </a:pathLst>
          </a:custGeom>
          <a:noFill/>
          <a:ln w="38100">
            <a:solidFill>
              <a:srgbClr val="DA1F28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8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822147-9025-372D-20A5-1C4B14E46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324" y="308700"/>
            <a:ext cx="6817352" cy="624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017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8619"/>
          </a:xfrm>
        </p:spPr>
        <p:txBody>
          <a:bodyPr>
            <a:normAutofit fontScale="90000"/>
          </a:bodyPr>
          <a:lstStyle/>
          <a:p>
            <a:r>
              <a:rPr lang="en-US" dirty="0"/>
              <a:t>Optional - Now Walk Through Together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152B9-15A8-EC47-9C15-6B29F9785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167"/>
            <a:ext cx="8229600" cy="114300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Set a breakpoint at first </a:t>
            </a:r>
            <a:r>
              <a:rPr lang="en-US" i="1" dirty="0" err="1"/>
              <a:t>addAtBeginning</a:t>
            </a:r>
            <a:endParaRPr lang="en-US" i="1" dirty="0"/>
          </a:p>
          <a:p>
            <a:r>
              <a:rPr lang="en-US" dirty="0"/>
              <a:t>Execute in the debugger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808D61-1BA9-E645-8E8E-AF84FCAD6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83695"/>
            <a:ext cx="5867400" cy="1918188"/>
          </a:xfrm>
          <a:prstGeom prst="rect">
            <a:avLst/>
          </a:prstGeom>
        </p:spPr>
      </p:pic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F4CD2F10-7549-AE67-1CF8-7AECC6E3C7A6}"/>
              </a:ext>
            </a:extLst>
          </p:cNvPr>
          <p:cNvSpPr txBox="1">
            <a:spLocks/>
          </p:cNvSpPr>
          <p:nvPr/>
        </p:nvSpPr>
        <p:spPr>
          <a:xfrm>
            <a:off x="471714" y="3960131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i="1" dirty="0"/>
              <a:t>Step over</a:t>
            </a:r>
            <a:r>
              <a:rPr lang="en-US" dirty="0"/>
              <a:t> and keep an eye on debugger’s </a:t>
            </a:r>
            <a:r>
              <a:rPr lang="en-US" i="1" dirty="0"/>
              <a:t>Variables</a:t>
            </a:r>
            <a:r>
              <a:rPr lang="en-US" dirty="0"/>
              <a:t> tab</a:t>
            </a:r>
            <a:endParaRPr lang="en-US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353DB-E516-A66B-226D-23930E87E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286" y="4444465"/>
            <a:ext cx="4347028" cy="226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48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Shorthand Diagramming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1905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Using pictures will be extremely helpful</a:t>
            </a:r>
          </a:p>
          <a:p>
            <a:r>
              <a:rPr lang="en-US" dirty="0"/>
              <a:t>We can use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 this )</a:t>
            </a:r>
            <a:r>
              <a:rPr lang="en-US" dirty="0"/>
              <a:t> to see what the current list looks like (does it match diagram?)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5863"/>
            <a:ext cx="9144000" cy="286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00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Arrays vs. </a:t>
            </a:r>
            <a:r>
              <a:rPr lang="en-US" dirty="0" err="1"/>
              <a:t>LinkedLists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2400" y="1295400"/>
            <a:ext cx="4876800" cy="535531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int[]  </a:t>
            </a:r>
            <a:r>
              <a:rPr lang="en-US" dirty="0" err="1">
                <a:latin typeface="Consolas" panose="020B0609020204030204" pitchFamily="49" charset="0"/>
              </a:rPr>
              <a:t>nums</a:t>
            </a:r>
            <a:r>
              <a:rPr lang="en-US" dirty="0">
                <a:latin typeface="Consolas" panose="020B0609020204030204" pitchFamily="49" charset="0"/>
              </a:rPr>
              <a:t> = ……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</a:rPr>
              <a:t> (int k = 0; k &lt; </a:t>
            </a:r>
            <a:r>
              <a:rPr lang="en-US" dirty="0" err="1">
                <a:latin typeface="Consolas" panose="020B0609020204030204" pitchFamily="49" charset="0"/>
              </a:rPr>
              <a:t>nums.length</a:t>
            </a:r>
            <a:r>
              <a:rPr lang="en-US" dirty="0">
                <a:latin typeface="Consolas" panose="020B0609020204030204" pitchFamily="49" charset="0"/>
              </a:rPr>
              <a:t>; k++) {</a:t>
            </a:r>
          </a:p>
          <a:p>
            <a:pPr>
              <a:tabLst>
                <a:tab pos="449263" algn="l"/>
              </a:tabLst>
            </a:pPr>
            <a:r>
              <a:rPr lang="en-US" dirty="0">
                <a:latin typeface="Consolas" panose="020B0609020204030204" pitchFamily="49" charset="0"/>
              </a:rPr>
              <a:t>	// do stuff with</a:t>
            </a:r>
          </a:p>
          <a:p>
            <a:pPr>
              <a:tabLst>
                <a:tab pos="449263" algn="l"/>
              </a:tabLst>
            </a:pPr>
            <a:r>
              <a:rPr lang="en-US" dirty="0">
                <a:latin typeface="Consolas" panose="020B0609020204030204" pitchFamily="49" charset="0"/>
              </a:rPr>
              <a:t>	// arbitrary element </a:t>
            </a:r>
            <a:r>
              <a:rPr lang="en-US" dirty="0" err="1">
                <a:latin typeface="Consolas" panose="020B0609020204030204" pitchFamily="49" charset="0"/>
              </a:rPr>
              <a:t>nums</a:t>
            </a:r>
            <a:r>
              <a:rPr lang="en-US" dirty="0">
                <a:latin typeface="Consolas" panose="020B0609020204030204" pitchFamily="49" charset="0"/>
              </a:rPr>
              <a:t>[k]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Equivalent in while loop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int k = 0;</a:t>
            </a:r>
          </a:p>
          <a:p>
            <a:r>
              <a:rPr lang="en-US" dirty="0">
                <a:latin typeface="Consolas" panose="020B0609020204030204" pitchFamily="49" charset="0"/>
              </a:rPr>
              <a:t>while (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k &lt;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nums.length</a:t>
            </a:r>
            <a:r>
              <a:rPr lang="en-US" dirty="0">
                <a:latin typeface="Consolas" panose="020B0609020204030204" pitchFamily="49" charset="0"/>
              </a:rPr>
              <a:t>  ) {</a:t>
            </a:r>
          </a:p>
          <a:p>
            <a:pPr>
              <a:tabLst>
                <a:tab pos="449263" algn="l"/>
              </a:tabLst>
            </a:pPr>
            <a:r>
              <a:rPr lang="en-US" dirty="0">
                <a:latin typeface="Consolas" panose="020B0609020204030204" pitchFamily="49" charset="0"/>
              </a:rPr>
              <a:t>	// do stuff with</a:t>
            </a:r>
          </a:p>
          <a:p>
            <a:pPr>
              <a:tabLst>
                <a:tab pos="449263" algn="l"/>
              </a:tabLst>
            </a:pPr>
            <a:r>
              <a:rPr lang="en-US" dirty="0">
                <a:latin typeface="Consolas" panose="020B0609020204030204" pitchFamily="49" charset="0"/>
              </a:rPr>
              <a:t>	// arbitrary element </a:t>
            </a:r>
            <a:r>
              <a:rPr lang="en-US" dirty="0" err="1">
                <a:latin typeface="Consolas" panose="020B0609020204030204" pitchFamily="49" charset="0"/>
              </a:rPr>
              <a:t>nums</a:t>
            </a:r>
            <a:r>
              <a:rPr lang="en-US" dirty="0">
                <a:latin typeface="Consolas" panose="020B0609020204030204" pitchFamily="49" charset="0"/>
              </a:rPr>
              <a:t>[k]</a:t>
            </a:r>
          </a:p>
          <a:p>
            <a:pPr>
              <a:tabLst>
                <a:tab pos="449263" algn="l"/>
              </a:tabLst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k++;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80264" y="1295400"/>
            <a:ext cx="4263736" cy="5078313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LinkedList list = ……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//Another Day!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Node current =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this.head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while (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?</a:t>
            </a:r>
            <a:r>
              <a:rPr lang="en-US" dirty="0">
                <a:latin typeface="Consolas" panose="020B0609020204030204" pitchFamily="49" charset="0"/>
              </a:rPr>
              <a:t>  ) {</a:t>
            </a:r>
          </a:p>
          <a:p>
            <a:r>
              <a:rPr lang="en-US" dirty="0">
                <a:latin typeface="Consolas" panose="020B0609020204030204" pitchFamily="49" charset="0"/>
              </a:rPr>
              <a:t>	//do stuff with</a:t>
            </a:r>
          </a:p>
          <a:p>
            <a:r>
              <a:rPr lang="en-US" dirty="0">
                <a:latin typeface="Consolas" panose="020B0609020204030204" pitchFamily="49" charset="0"/>
              </a:rPr>
              <a:t>	//arbitrary element </a:t>
            </a:r>
          </a:p>
          <a:p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?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8B63E1-DC7F-407B-9518-B7AF42F0E02B}"/>
              </a:ext>
            </a:extLst>
          </p:cNvPr>
          <p:cNvSpPr/>
          <p:nvPr/>
        </p:nvSpPr>
        <p:spPr>
          <a:xfrm>
            <a:off x="152400" y="2133600"/>
            <a:ext cx="4720936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AD163A-D411-403E-9332-9FA27FF3EAD8}"/>
              </a:ext>
            </a:extLst>
          </p:cNvPr>
          <p:cNvSpPr/>
          <p:nvPr/>
        </p:nvSpPr>
        <p:spPr>
          <a:xfrm>
            <a:off x="4953000" y="2645113"/>
            <a:ext cx="38723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an array, use a ‘for’ because we know exact length of array at the outset.</a:t>
            </a:r>
          </a:p>
          <a:p>
            <a:r>
              <a:rPr lang="en-US" dirty="0"/>
              <a:t>This is known as a </a:t>
            </a:r>
            <a:r>
              <a:rPr lang="en-US" i="1" dirty="0"/>
              <a:t>definite loop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1C50B0-8EBB-4AD9-BBC1-6453A7A0765A}"/>
              </a:ext>
            </a:extLst>
          </p:cNvPr>
          <p:cNvSpPr/>
          <p:nvPr/>
        </p:nvSpPr>
        <p:spPr>
          <a:xfrm>
            <a:off x="4953000" y="2599730"/>
            <a:ext cx="3872346" cy="12404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973377-9D45-468F-8F28-68D3B6E7A8CB}"/>
              </a:ext>
            </a:extLst>
          </p:cNvPr>
          <p:cNvCxnSpPr>
            <a:cxnSpLocks/>
          </p:cNvCxnSpPr>
          <p:nvPr/>
        </p:nvCxnSpPr>
        <p:spPr>
          <a:xfrm flipH="1" flipV="1">
            <a:off x="4419600" y="2438400"/>
            <a:ext cx="533400" cy="3810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445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Loops in Arrays vs. </a:t>
            </a:r>
            <a:r>
              <a:rPr lang="en-US" err="1"/>
              <a:t>LinkedLists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1295400"/>
            <a:ext cx="4876800" cy="286232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[]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= ……</a:t>
            </a:r>
          </a:p>
          <a:p>
            <a:endParaRPr 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(int k = 0; k &lt;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nums.length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; k++) {</a:t>
            </a:r>
          </a:p>
          <a:p>
            <a:pPr>
              <a:tabLst>
                <a:tab pos="449263" algn="l"/>
              </a:tabLst>
            </a:pP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// do stuff with</a:t>
            </a:r>
          </a:p>
          <a:p>
            <a:pPr>
              <a:tabLst>
                <a:tab pos="449263" algn="l"/>
              </a:tabLst>
            </a:pP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// arbitrary element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[k]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>
              <a:latin typeface="Consolas" panose="020B0609020204030204" pitchFamily="49" charset="0"/>
            </a:endParaRPr>
          </a:p>
          <a:p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C010BA-72B8-F845-B0B3-4054E0F6BFE2}"/>
              </a:ext>
            </a:extLst>
          </p:cNvPr>
          <p:cNvSpPr txBox="1"/>
          <p:nvPr/>
        </p:nvSpPr>
        <p:spPr>
          <a:xfrm>
            <a:off x="4738255" y="1295400"/>
            <a:ext cx="4263736" cy="313932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</a:rPr>
              <a:t>LinkedList</a:t>
            </a:r>
            <a:r>
              <a:rPr lang="en-US">
                <a:latin typeface="Consolas" panose="020B0609020204030204" pitchFamily="49" charset="0"/>
              </a:rPr>
              <a:t> list = ……</a:t>
            </a:r>
          </a:p>
          <a:p>
            <a:endParaRPr lang="en-US"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70C0"/>
                </a:solidFill>
                <a:latin typeface="Consolas" panose="020B0609020204030204" pitchFamily="49" charset="0"/>
              </a:rPr>
              <a:t>Node current = </a:t>
            </a:r>
            <a:r>
              <a:rPr lang="en-US" err="1">
                <a:solidFill>
                  <a:srgbClr val="0070C0"/>
                </a:solidFill>
                <a:latin typeface="Consolas" panose="020B0609020204030204" pitchFamily="49" charset="0"/>
              </a:rPr>
              <a:t>this.head</a:t>
            </a:r>
            <a:r>
              <a:rPr lang="en-US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latin typeface="Consolas" panose="020B0609020204030204" pitchFamily="49" charset="0"/>
              </a:rPr>
              <a:t>while ( </a:t>
            </a:r>
            <a:r>
              <a:rPr lang="en-US">
                <a:solidFill>
                  <a:srgbClr val="0070C0"/>
                </a:solidFill>
                <a:latin typeface="Consolas" panose="020B0609020204030204" pitchFamily="49" charset="0"/>
              </a:rPr>
              <a:t>current != null</a:t>
            </a:r>
            <a:r>
              <a:rPr lang="en-US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>
                <a:latin typeface="Consolas" panose="020B0609020204030204" pitchFamily="49" charset="0"/>
              </a:rPr>
              <a:t>) {</a:t>
            </a:r>
          </a:p>
          <a:p>
            <a:r>
              <a:rPr lang="en-US">
                <a:latin typeface="Consolas" panose="020B0609020204030204" pitchFamily="49" charset="0"/>
              </a:rPr>
              <a:t>	// do stuff with</a:t>
            </a:r>
          </a:p>
          <a:p>
            <a:r>
              <a:rPr lang="en-US">
                <a:latin typeface="Consolas" panose="020B0609020204030204" pitchFamily="49" charset="0"/>
              </a:rPr>
              <a:t>	// arbitrary element </a:t>
            </a:r>
          </a:p>
          <a:p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 err="1">
                <a:latin typeface="Consolas" panose="020B0609020204030204" pitchFamily="49" charset="0"/>
              </a:rPr>
              <a:t>current.value</a:t>
            </a:r>
            <a:r>
              <a:rPr lang="en-US">
                <a:latin typeface="Consolas" panose="020B0609020204030204" pitchFamily="49" charset="0"/>
              </a:rPr>
              <a:t>++;</a:t>
            </a:r>
          </a:p>
          <a:p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rgbClr val="0070C0"/>
                </a:solidFill>
                <a:latin typeface="Consolas" panose="020B0609020204030204" pitchFamily="49" charset="0"/>
              </a:rPr>
              <a:t>current = </a:t>
            </a:r>
            <a:r>
              <a:rPr lang="en-US" err="1">
                <a:solidFill>
                  <a:srgbClr val="0070C0"/>
                </a:solidFill>
                <a:latin typeface="Consolas" panose="020B0609020204030204" pitchFamily="49" charset="0"/>
              </a:rPr>
              <a:t>current.next</a:t>
            </a:r>
            <a:r>
              <a:rPr lang="en-US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latin typeface="Consolas" panose="020B0609020204030204" pitchFamily="49" charset="0"/>
              </a:rPr>
              <a:t>}</a:t>
            </a:r>
          </a:p>
          <a:p>
            <a:endParaRPr lang="en-US">
              <a:latin typeface="Consolas" panose="020B0609020204030204" pitchFamily="49" charset="0"/>
            </a:endParaRPr>
          </a:p>
          <a:p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A9A264-9A3D-4D45-A2E4-5083416690B3}"/>
              </a:ext>
            </a:extLst>
          </p:cNvPr>
          <p:cNvSpPr/>
          <p:nvPr/>
        </p:nvSpPr>
        <p:spPr>
          <a:xfrm>
            <a:off x="2057400" y="4431144"/>
            <a:ext cx="4253345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EAD128-8C78-BB4B-ACC4-C52DC8E39683}"/>
              </a:ext>
            </a:extLst>
          </p:cNvPr>
          <p:cNvSpPr/>
          <p:nvPr/>
        </p:nvSpPr>
        <p:spPr>
          <a:xfrm>
            <a:off x="2133600" y="4419600"/>
            <a:ext cx="42533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linked lists, use a ‘while’ because we do not know exact length of a linked list at outset.</a:t>
            </a:r>
          </a:p>
          <a:p>
            <a:r>
              <a:rPr lang="en-US" dirty="0"/>
              <a:t>This is known as an </a:t>
            </a:r>
            <a:r>
              <a:rPr lang="en-US" i="1" dirty="0"/>
              <a:t>indefinite loop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BD85E8-A70E-8C4E-AE1A-338A89CA5023}"/>
              </a:ext>
            </a:extLst>
          </p:cNvPr>
          <p:cNvSpPr/>
          <p:nvPr/>
        </p:nvSpPr>
        <p:spPr>
          <a:xfrm>
            <a:off x="4800600" y="2175075"/>
            <a:ext cx="3953163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3B0A80-497A-1C44-9001-997BFF74C7C3}"/>
              </a:ext>
            </a:extLst>
          </p:cNvPr>
          <p:cNvCxnSpPr>
            <a:cxnSpLocks/>
          </p:cNvCxnSpPr>
          <p:nvPr/>
        </p:nvCxnSpPr>
        <p:spPr>
          <a:xfrm flipV="1">
            <a:off x="3460830" y="2465408"/>
            <a:ext cx="1331089" cy="197927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146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626" y="89443"/>
            <a:ext cx="8229600" cy="1143000"/>
          </a:xfrm>
        </p:spPr>
        <p:txBody>
          <a:bodyPr/>
          <a:lstStyle/>
          <a:p>
            <a:r>
              <a:rPr lang="en-US" dirty="0"/>
              <a:t>Traverse Linked List Stop at the 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0A6EBD-ECB4-D34F-B630-0D98143FF102}"/>
              </a:ext>
            </a:extLst>
          </p:cNvPr>
          <p:cNvSpPr txBox="1"/>
          <p:nvPr/>
        </p:nvSpPr>
        <p:spPr>
          <a:xfrm>
            <a:off x="548219" y="1168078"/>
            <a:ext cx="8098069" cy="2585323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pPr>
              <a:tabLst>
                <a:tab pos="449263" algn="l"/>
                <a:tab pos="4284663" algn="l"/>
              </a:tabLst>
            </a:pPr>
            <a:r>
              <a:rPr lang="en-US" dirty="0">
                <a:latin typeface="Consolas" panose="020B0609020204030204" pitchFamily="49" charset="0"/>
              </a:rPr>
              <a:t>LinkedList list = ……	current's values:</a:t>
            </a:r>
          </a:p>
          <a:p>
            <a:pPr>
              <a:tabLst>
                <a:tab pos="449263" algn="l"/>
                <a:tab pos="4284663" algn="l"/>
              </a:tabLst>
            </a:pPr>
            <a:r>
              <a:rPr lang="en-US" dirty="0">
                <a:latin typeface="Consolas" panose="020B0609020204030204" pitchFamily="49" charset="0"/>
              </a:rPr>
              <a:t>		</a:t>
            </a:r>
          </a:p>
          <a:p>
            <a:pPr>
              <a:tabLst>
                <a:tab pos="449263" algn="l"/>
                <a:tab pos="4284663" algn="l"/>
              </a:tabLst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Node current =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this.head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;	</a:t>
            </a:r>
            <a:r>
              <a:rPr lang="en-US" dirty="0">
                <a:latin typeface="Consolas" panose="020B0609020204030204" pitchFamily="49" charset="0"/>
              </a:rPr>
              <a:t>_</a:t>
            </a:r>
            <a:r>
              <a:rPr lang="en-US" u="sng" dirty="0">
                <a:latin typeface="Consolas" panose="020B0609020204030204" pitchFamily="49" charset="0"/>
              </a:rPr>
              <a:t>1742</a:t>
            </a:r>
            <a:r>
              <a:rPr lang="en-US" dirty="0">
                <a:latin typeface="Consolas" panose="020B0609020204030204" pitchFamily="49" charset="0"/>
              </a:rPr>
              <a:t>_____________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	</a:t>
            </a:r>
          </a:p>
          <a:p>
            <a:pPr>
              <a:tabLst>
                <a:tab pos="449263" algn="l"/>
                <a:tab pos="4284663" algn="l"/>
              </a:tabLst>
            </a:pPr>
            <a:r>
              <a:rPr lang="en-US" dirty="0">
                <a:latin typeface="Consolas" panose="020B0609020204030204" pitchFamily="49" charset="0"/>
              </a:rPr>
              <a:t>while (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current.next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!= null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) {	__________________</a:t>
            </a:r>
          </a:p>
          <a:p>
            <a:pPr>
              <a:tabLst>
                <a:tab pos="449263" algn="l"/>
                <a:tab pos="4284663" algn="l"/>
              </a:tabLst>
            </a:pPr>
            <a:r>
              <a:rPr lang="en-US" dirty="0">
                <a:latin typeface="Consolas" panose="020B0609020204030204" pitchFamily="49" charset="0"/>
              </a:rPr>
              <a:t>	// do stuff with	__________________</a:t>
            </a:r>
          </a:p>
          <a:p>
            <a:pPr>
              <a:tabLst>
                <a:tab pos="449263" algn="l"/>
                <a:tab pos="4284663" algn="l"/>
              </a:tabLst>
            </a:pPr>
            <a:r>
              <a:rPr lang="en-US" dirty="0">
                <a:latin typeface="Consolas" panose="020B0609020204030204" pitchFamily="49" charset="0"/>
              </a:rPr>
              <a:t>	// arbitrary element 	__________________</a:t>
            </a:r>
          </a:p>
          <a:p>
            <a:pPr>
              <a:tabLst>
                <a:tab pos="449263" algn="l"/>
                <a:tab pos="4284663" algn="l"/>
              </a:tabLst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current =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current.next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;	</a:t>
            </a:r>
            <a:r>
              <a:rPr lang="en-US" dirty="0">
                <a:latin typeface="Consolas" panose="020B0609020204030204" pitchFamily="49" charset="0"/>
              </a:rPr>
              <a:t>__________________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tabLst>
                <a:tab pos="449263" algn="l"/>
                <a:tab pos="4284663" algn="l"/>
              </a:tabLst>
            </a:pPr>
            <a:r>
              <a:rPr lang="en-US" dirty="0">
                <a:latin typeface="Consolas" panose="020B0609020204030204" pitchFamily="49" charset="0"/>
              </a:rPr>
              <a:t>} // end while</a:t>
            </a:r>
          </a:p>
          <a:p>
            <a:pPr>
              <a:tabLst>
                <a:tab pos="449263" algn="l"/>
                <a:tab pos="4110038" algn="l"/>
              </a:tabLst>
            </a:pP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current.next</a:t>
            </a:r>
            <a:r>
              <a:rPr lang="en-US" dirty="0">
                <a:latin typeface="Consolas" panose="020B0609020204030204" pitchFamily="49" charset="0"/>
              </a:rPr>
              <a:t> = new Node(</a:t>
            </a:r>
            <a:r>
              <a:rPr lang="en-US" dirty="0" err="1">
                <a:latin typeface="Consolas" panose="020B0609020204030204" pitchFamily="49" charset="0"/>
              </a:rPr>
              <a:t>vToAdd</a:t>
            </a:r>
            <a:r>
              <a:rPr lang="en-US" dirty="0">
                <a:latin typeface="Consolas" panose="020B0609020204030204" pitchFamily="49" charset="0"/>
              </a:rPr>
              <a:t>, null); // adds new node at end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BD9B52-619B-914F-84F4-7ACF95555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51" y="3876717"/>
            <a:ext cx="6745969" cy="298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895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626" y="89443"/>
            <a:ext cx="8229600" cy="1143000"/>
          </a:xfrm>
        </p:spPr>
        <p:txBody>
          <a:bodyPr/>
          <a:lstStyle/>
          <a:p>
            <a:r>
              <a:rPr lang="en-US" dirty="0"/>
              <a:t>Traverse Linked List With </a:t>
            </a:r>
            <a:r>
              <a:rPr lang="en-US" i="1" dirty="0"/>
              <a:t>Trailer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0A6EBD-ECB4-D34F-B630-0D98143FF102}"/>
              </a:ext>
            </a:extLst>
          </p:cNvPr>
          <p:cNvSpPr txBox="1"/>
          <p:nvPr/>
        </p:nvSpPr>
        <p:spPr>
          <a:xfrm>
            <a:off x="548219" y="1168078"/>
            <a:ext cx="8098069" cy="230832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pPr>
              <a:tabLst>
                <a:tab pos="449263" algn="l"/>
                <a:tab pos="4110038" algn="l"/>
                <a:tab pos="5818188" algn="l"/>
              </a:tabLst>
            </a:pPr>
            <a:r>
              <a:rPr lang="en-US" dirty="0">
                <a:latin typeface="Consolas" panose="020B0609020204030204" pitchFamily="49" charset="0"/>
              </a:rPr>
              <a:t>LinkedList list = ……	current	trailer:</a:t>
            </a:r>
          </a:p>
          <a:p>
            <a:pPr>
              <a:tabLst>
                <a:tab pos="449263" algn="l"/>
                <a:tab pos="4110038" algn="l"/>
                <a:tab pos="5818188" algn="l"/>
              </a:tabLst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Node trailer = null; </a:t>
            </a:r>
            <a:r>
              <a:rPr lang="en-US" dirty="0">
                <a:latin typeface="Consolas" panose="020B0609020204030204" pitchFamily="49" charset="0"/>
              </a:rPr>
              <a:t>		_</a:t>
            </a:r>
            <a:r>
              <a:rPr lang="en-US" u="sng" dirty="0"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__________</a:t>
            </a:r>
          </a:p>
          <a:p>
            <a:pPr>
              <a:tabLst>
                <a:tab pos="449263" algn="l"/>
                <a:tab pos="4110038" algn="l"/>
                <a:tab pos="5818188" algn="l"/>
              </a:tabLst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Node current =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this.head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;	</a:t>
            </a:r>
            <a:r>
              <a:rPr lang="en-US" dirty="0">
                <a:latin typeface="Consolas" panose="020B0609020204030204" pitchFamily="49" charset="0"/>
              </a:rPr>
              <a:t>_</a:t>
            </a:r>
            <a:r>
              <a:rPr lang="en-US" u="sng" dirty="0">
                <a:latin typeface="Consolas" panose="020B0609020204030204" pitchFamily="49" charset="0"/>
              </a:rPr>
              <a:t>1742</a:t>
            </a:r>
            <a:r>
              <a:rPr lang="en-US" dirty="0">
                <a:latin typeface="Consolas" panose="020B0609020204030204" pitchFamily="49" charset="0"/>
              </a:rPr>
              <a:t>_______ 	____________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tabLst>
                <a:tab pos="449263" algn="l"/>
                <a:tab pos="4110038" algn="l"/>
                <a:tab pos="5818188" algn="l"/>
              </a:tabLst>
            </a:pPr>
            <a:r>
              <a:rPr lang="en-US" dirty="0">
                <a:latin typeface="Consolas" panose="020B0609020204030204" pitchFamily="49" charset="0"/>
              </a:rPr>
              <a:t>while (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current != null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) {	____________	____________</a:t>
            </a:r>
          </a:p>
          <a:p>
            <a:pPr>
              <a:tabLst>
                <a:tab pos="449263" algn="l"/>
                <a:tab pos="4110038" algn="l"/>
                <a:tab pos="5818188" algn="l"/>
              </a:tabLst>
            </a:pPr>
            <a:r>
              <a:rPr lang="en-US" dirty="0">
                <a:latin typeface="Consolas" panose="020B0609020204030204" pitchFamily="49" charset="0"/>
              </a:rPr>
              <a:t>	// do stuff w/ node values	____________	____________</a:t>
            </a:r>
          </a:p>
          <a:p>
            <a:pPr>
              <a:tabLst>
                <a:tab pos="449263" algn="l"/>
                <a:tab pos="4110038" algn="l"/>
                <a:tab pos="5818188" algn="l"/>
              </a:tabLst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trailer = current;</a:t>
            </a:r>
            <a:r>
              <a:rPr lang="en-US" dirty="0">
                <a:latin typeface="Consolas" panose="020B0609020204030204" pitchFamily="49" charset="0"/>
              </a:rPr>
              <a:t> 	____________	____________</a:t>
            </a:r>
          </a:p>
          <a:p>
            <a:pPr>
              <a:tabLst>
                <a:tab pos="449263" algn="l"/>
                <a:tab pos="4110038" algn="l"/>
                <a:tab pos="5818188" algn="l"/>
              </a:tabLst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current =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current.next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;	</a:t>
            </a:r>
            <a:r>
              <a:rPr lang="en-US" dirty="0">
                <a:latin typeface="Consolas" panose="020B0609020204030204" pitchFamily="49" charset="0"/>
              </a:rPr>
              <a:t>____________	____________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tabLst>
                <a:tab pos="449263" algn="l"/>
                <a:tab pos="4110038" algn="l"/>
                <a:tab pos="5818188" algn="l"/>
              </a:tabLst>
            </a:pPr>
            <a:r>
              <a:rPr lang="en-US" dirty="0">
                <a:latin typeface="Consolas" panose="020B0609020204030204" pitchFamily="49" charset="0"/>
              </a:rPr>
              <a:t>} // end while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BD9B52-619B-914F-84F4-7ACF95555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9" y="3541853"/>
            <a:ext cx="6745969" cy="298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45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2800"/>
              <a:t>Solve the Other Problems in </a:t>
            </a:r>
            <a:r>
              <a:rPr lang="en-US" sz="2800" err="1"/>
              <a:t>LinkedListSimple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4572000" cy="5486400"/>
          </a:xfrm>
        </p:spPr>
        <p:txBody>
          <a:bodyPr>
            <a:normAutofit/>
          </a:bodyPr>
          <a:lstStyle/>
          <a:p>
            <a:r>
              <a:rPr lang="en-US" dirty="0"/>
              <a:t>Look at </a:t>
            </a:r>
            <a:r>
              <a:rPr lang="en-US" i="1" dirty="0" err="1"/>
              <a:t>toString</a:t>
            </a:r>
            <a:r>
              <a:rPr lang="en-US" dirty="0"/>
              <a:t> to get an idea of how to do </a:t>
            </a:r>
            <a:r>
              <a:rPr lang="en-US" i="1" dirty="0"/>
              <a:t>size</a:t>
            </a:r>
            <a:r>
              <a:rPr lang="en-US" dirty="0"/>
              <a:t>, then go from there</a:t>
            </a:r>
          </a:p>
          <a:p>
            <a:r>
              <a:rPr lang="en-US" dirty="0"/>
              <a:t>Recommended order</a:t>
            </a:r>
          </a:p>
          <a:p>
            <a:r>
              <a:rPr lang="en-US" dirty="0"/>
              <a:t>This numerical is the same as the methods are listed from top to bottom</a:t>
            </a:r>
          </a:p>
          <a:p>
            <a:r>
              <a:rPr lang="en-US" dirty="0"/>
              <a:t>Get help if you get stuck!</a:t>
            </a:r>
          </a:p>
          <a:p>
            <a:endParaRPr lang="en-US" dirty="0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0A0D5D2A-826E-8A4C-AA23-5C30E1FCF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220040"/>
            <a:ext cx="4236847" cy="419016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941E73EC-A7B4-264E-A6B0-A540F8ECC6A5}"/>
              </a:ext>
            </a:extLst>
          </p:cNvPr>
          <p:cNvSpPr/>
          <p:nvPr/>
        </p:nvSpPr>
        <p:spPr>
          <a:xfrm>
            <a:off x="4361935" y="2471477"/>
            <a:ext cx="1569308" cy="543572"/>
          </a:xfrm>
          <a:custGeom>
            <a:avLst/>
            <a:gdLst>
              <a:gd name="connsiteX0" fmla="*/ 0 w 1569308"/>
              <a:gd name="connsiteY0" fmla="*/ 222296 h 543572"/>
              <a:gd name="connsiteX1" fmla="*/ 1000897 w 1569308"/>
              <a:gd name="connsiteY1" fmla="*/ 12231 h 543572"/>
              <a:gd name="connsiteX2" fmla="*/ 1569308 w 1569308"/>
              <a:gd name="connsiteY2" fmla="*/ 543572 h 54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9308" h="543572">
                <a:moveTo>
                  <a:pt x="0" y="222296"/>
                </a:moveTo>
                <a:cubicBezTo>
                  <a:pt x="369673" y="90490"/>
                  <a:pt x="739346" y="-41315"/>
                  <a:pt x="1000897" y="12231"/>
                </a:cubicBezTo>
                <a:cubicBezTo>
                  <a:pt x="1262448" y="65777"/>
                  <a:pt x="1415878" y="304674"/>
                  <a:pt x="1569308" y="543572"/>
                </a:cubicBezTo>
              </a:path>
            </a:pathLst>
          </a:custGeom>
          <a:noFill/>
          <a:ln w="3810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08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84048"/>
          </a:xfrm>
        </p:spPr>
        <p:txBody>
          <a:bodyPr>
            <a:normAutofit fontScale="90000"/>
          </a:bodyPr>
          <a:lstStyle/>
          <a:p>
            <a:r>
              <a:rPr lang="en-US" dirty="0"/>
              <a:t>Reminder: </a:t>
            </a:r>
            <a:br>
              <a:rPr lang="en-US" dirty="0"/>
            </a:br>
            <a:r>
              <a:rPr lang="en-US" dirty="0"/>
              <a:t>Shorthand Diagramming Notation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6D5CD16-23D1-B275-277F-B3D494AAC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65891"/>
            <a:ext cx="8475785" cy="24710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Use arrows:</a:t>
            </a:r>
          </a:p>
          <a:p>
            <a:r>
              <a:rPr lang="en-US" dirty="0"/>
              <a:t>To represent the references stored in:</a:t>
            </a:r>
          </a:p>
          <a:p>
            <a:pPr lvl="1"/>
            <a:r>
              <a:rPr lang="en-US" dirty="0"/>
              <a:t>a node’s </a:t>
            </a:r>
            <a:r>
              <a:rPr lang="en-US" i="1" dirty="0"/>
              <a:t>next</a:t>
            </a:r>
          </a:p>
          <a:p>
            <a:pPr lvl="1"/>
            <a:r>
              <a:rPr lang="en-US" dirty="0"/>
              <a:t>the variables </a:t>
            </a:r>
            <a:r>
              <a:rPr lang="en-US" i="1" dirty="0"/>
              <a:t>current</a:t>
            </a:r>
            <a:r>
              <a:rPr lang="en-US" dirty="0"/>
              <a:t>, and </a:t>
            </a:r>
            <a:r>
              <a:rPr lang="en-US" i="1" dirty="0"/>
              <a:t>trailer</a:t>
            </a:r>
          </a:p>
          <a:p>
            <a:r>
              <a:rPr lang="en-US" dirty="0"/>
              <a:t>To connect the list’s nodes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6AA7C5-6ECF-8950-116A-7C1827DB3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88443"/>
            <a:ext cx="7772400" cy="239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395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BC9CD3-2EAD-46C0-5866-FA429CCFB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81" y="602774"/>
            <a:ext cx="8229600" cy="62185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BF6BA0-4E47-51F4-E0D9-88F1D5FED11C}"/>
              </a:ext>
            </a:extLst>
          </p:cNvPr>
          <p:cNvSpPr txBox="1"/>
          <p:nvPr/>
        </p:nvSpPr>
        <p:spPr>
          <a:xfrm>
            <a:off x="585618" y="181324"/>
            <a:ext cx="82296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https://docs.google.com/document/d/14JZQNpy_uZlawvqma7su3AO1nOjfe89xqSGUwgt7kWM/edit</a:t>
            </a:r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574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67CF1-D9EB-8B83-D231-2ECB5EA96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497"/>
            <a:ext cx="5397062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Think before you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7DF19-8FF5-7024-03E5-6EE38F7FF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25" y="3520966"/>
            <a:ext cx="9017874" cy="3213537"/>
          </a:xfrm>
        </p:spPr>
        <p:txBody>
          <a:bodyPr>
            <a:normAutofit/>
          </a:bodyPr>
          <a:lstStyle/>
          <a:p>
            <a:r>
              <a:rPr lang="en-US" sz="2400" dirty="0"/>
              <a:t>A.) First, think through how to make changes to the LL</a:t>
            </a:r>
          </a:p>
          <a:p>
            <a:r>
              <a:rPr lang="en-US" sz="2400" dirty="0"/>
              <a:t>B.) Second, determine the code to cause the desired changes</a:t>
            </a:r>
          </a:p>
          <a:p>
            <a:pPr lvl="1"/>
            <a:r>
              <a:rPr lang="en-US" sz="2000" dirty="0"/>
              <a:t>Be sure to execute one line at a time</a:t>
            </a:r>
          </a:p>
          <a:p>
            <a:pPr lvl="1"/>
            <a:r>
              <a:rPr lang="en-US" sz="2000" dirty="0"/>
              <a:t>Update the structure as you go</a:t>
            </a:r>
          </a:p>
          <a:p>
            <a:pPr lvl="1"/>
            <a:r>
              <a:rPr lang="en-US" sz="2000" dirty="0"/>
              <a:t>With assignments, code </a:t>
            </a:r>
            <a:r>
              <a:rPr lang="en-US" sz="2000" dirty="0">
                <a:highlight>
                  <a:srgbClr val="FFFF00"/>
                </a:highlight>
              </a:rPr>
              <a:t>evaluates</a:t>
            </a:r>
            <a:r>
              <a:rPr lang="en-US" sz="2000" dirty="0"/>
              <a:t> on the right side of </a:t>
            </a:r>
            <a:r>
              <a:rPr lang="en-US" sz="2000" dirty="0">
                <a:highlight>
                  <a:srgbClr val="FFFF00"/>
                </a:highlight>
              </a:rPr>
              <a:t>FIRST</a:t>
            </a:r>
            <a:r>
              <a:rPr lang="en-US" sz="2000" dirty="0"/>
              <a:t> and </a:t>
            </a:r>
          </a:p>
          <a:p>
            <a:pPr marL="457200" lvl="1" indent="0">
              <a:buNone/>
            </a:pPr>
            <a:r>
              <a:rPr lang="en-US" sz="2000" dirty="0"/>
              <a:t>     then </a:t>
            </a:r>
            <a:r>
              <a:rPr lang="en-US" sz="2000" dirty="0">
                <a:highlight>
                  <a:srgbClr val="00FF00"/>
                </a:highlight>
              </a:rPr>
              <a:t>updates</a:t>
            </a:r>
            <a:r>
              <a:rPr lang="en-US" sz="2000" dirty="0"/>
              <a:t> the variable on the left side </a:t>
            </a:r>
            <a:r>
              <a:rPr lang="en-US" sz="2000" dirty="0">
                <a:highlight>
                  <a:srgbClr val="00FF00"/>
                </a:highlight>
              </a:rPr>
              <a:t>AFTER</a:t>
            </a:r>
            <a:r>
              <a:rPr lang="en-US" sz="2000" dirty="0"/>
              <a:t>:</a:t>
            </a:r>
          </a:p>
          <a:p>
            <a:pPr lvl="1"/>
            <a:r>
              <a:rPr lang="en-US" sz="2000" dirty="0" err="1">
                <a:highlight>
                  <a:srgbClr val="00FF00"/>
                </a:highlight>
              </a:rPr>
              <a:t>this.head</a:t>
            </a:r>
            <a:r>
              <a:rPr lang="en-US" sz="2000" dirty="0">
                <a:highlight>
                  <a:srgbClr val="00FF00"/>
                </a:highlight>
              </a:rPr>
              <a:t> </a:t>
            </a:r>
            <a:r>
              <a:rPr lang="en-US" sz="2000" dirty="0"/>
              <a:t>= </a:t>
            </a:r>
            <a:r>
              <a:rPr lang="en-US" sz="2000" dirty="0">
                <a:highlight>
                  <a:srgbClr val="FFFF00"/>
                </a:highlight>
              </a:rPr>
              <a:t>new Node(</a:t>
            </a:r>
            <a:r>
              <a:rPr lang="en-US" sz="2000" dirty="0" err="1">
                <a:highlight>
                  <a:srgbClr val="FFFF00"/>
                </a:highlight>
              </a:rPr>
              <a:t>this.head.next</a:t>
            </a:r>
            <a:r>
              <a:rPr lang="en-US" sz="2000" dirty="0">
                <a:highlight>
                  <a:srgbClr val="FFFF00"/>
                </a:highlight>
              </a:rPr>
              <a:t>, null);</a:t>
            </a:r>
            <a:endParaRPr lang="en-US" sz="16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D14DFE-D287-5DC9-7608-246BA4455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062" y="121924"/>
            <a:ext cx="3746937" cy="2831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63668A-B521-CC42-DD1C-16D50775D2AC}"/>
              </a:ext>
            </a:extLst>
          </p:cNvPr>
          <p:cNvSpPr txBox="1"/>
          <p:nvPr/>
        </p:nvSpPr>
        <p:spPr>
          <a:xfrm>
            <a:off x="126125" y="1045780"/>
            <a:ext cx="50764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Coding without a plan may waste a lot of time</a:t>
            </a:r>
          </a:p>
          <a:p>
            <a:r>
              <a:rPr lang="en-US" dirty="0"/>
              <a:t>It’s easy to make mistakes without a plan</a:t>
            </a:r>
          </a:p>
          <a:p>
            <a:r>
              <a:rPr lang="en-US" sz="1800" dirty="0"/>
              <a:t>It’s easy to get confused when randomly changing things</a:t>
            </a:r>
          </a:p>
          <a:p>
            <a:endParaRPr lang="en-US" dirty="0"/>
          </a:p>
          <a:p>
            <a:r>
              <a:rPr lang="en-US" sz="1800" dirty="0"/>
              <a:t>We strongly encourage you to be more intentional about planning before you code</a:t>
            </a:r>
          </a:p>
        </p:txBody>
      </p:sp>
    </p:spTree>
    <p:extLst>
      <p:ext uri="{BB962C8B-B14F-4D97-AF65-F5344CB8AC3E}">
        <p14:creationId xmlns:p14="http://schemas.microsoft.com/office/powerpoint/2010/main" val="3180789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E85DF-0DFD-693D-CC49-E2AE8B124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5AB70B-5FAF-C73C-BAB1-F778F35EB2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591"/>
          <a:stretch/>
        </p:blipFill>
        <p:spPr>
          <a:xfrm>
            <a:off x="0" y="1169278"/>
            <a:ext cx="8863243" cy="27070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882234-76B8-346F-1618-A79DC7D156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299"/>
          <a:stretch/>
        </p:blipFill>
        <p:spPr>
          <a:xfrm>
            <a:off x="145461" y="4002444"/>
            <a:ext cx="8396445" cy="270704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37A4ABB-E14F-D3A5-2169-7D9922E0104B}"/>
              </a:ext>
            </a:extLst>
          </p:cNvPr>
          <p:cNvGrpSpPr/>
          <p:nvPr/>
        </p:nvGrpSpPr>
        <p:grpSpPr>
          <a:xfrm>
            <a:off x="2921458" y="2297756"/>
            <a:ext cx="1965240" cy="716760"/>
            <a:chOff x="2921458" y="2297756"/>
            <a:chExt cx="1965240" cy="71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408AFA5-E7D2-F231-4BB9-992C5A44E9D3}"/>
                    </a:ext>
                  </a:extLst>
                </p14:cNvPr>
                <p14:cNvContentPartPr/>
                <p14:nvPr/>
              </p14:nvContentPartPr>
              <p14:xfrm>
                <a:off x="3131338" y="2716796"/>
                <a:ext cx="278640" cy="297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408AFA5-E7D2-F231-4BB9-992C5A44E9D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22698" y="2708156"/>
                  <a:ext cx="2962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3A2BFB1-7870-61EF-BB44-D0824D46B6C0}"/>
                    </a:ext>
                  </a:extLst>
                </p14:cNvPr>
                <p14:cNvContentPartPr/>
                <p14:nvPr/>
              </p14:nvContentPartPr>
              <p14:xfrm>
                <a:off x="3187498" y="2707076"/>
                <a:ext cx="249480" cy="281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3A2BFB1-7870-61EF-BB44-D0824D46B6C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78498" y="2698076"/>
                  <a:ext cx="2671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90CB04F-12FE-2028-1DEE-5F4FD440C57D}"/>
                    </a:ext>
                  </a:extLst>
                </p14:cNvPr>
                <p14:cNvContentPartPr/>
                <p14:nvPr/>
              </p14:nvContentPartPr>
              <p14:xfrm>
                <a:off x="2921458" y="2297756"/>
                <a:ext cx="1965240" cy="384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90CB04F-12FE-2028-1DEE-5F4FD440C57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12818" y="2289116"/>
                  <a:ext cx="1982880" cy="40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C75A926-61E8-271B-9E84-9F4DFD9BC1C9}"/>
                  </a:ext>
                </a:extLst>
              </p14:cNvPr>
              <p14:cNvContentPartPr/>
              <p14:nvPr/>
            </p14:nvContentPartPr>
            <p14:xfrm>
              <a:off x="2143858" y="4992356"/>
              <a:ext cx="103680" cy="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C75A926-61E8-271B-9E84-9F4DFD9BC1C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35218" y="4983356"/>
                <a:ext cx="12132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50FA7E38-2407-6DAD-976A-B2A6F4BA3F71}"/>
              </a:ext>
            </a:extLst>
          </p:cNvPr>
          <p:cNvGrpSpPr/>
          <p:nvPr/>
        </p:nvGrpSpPr>
        <p:grpSpPr>
          <a:xfrm>
            <a:off x="1302898" y="4802996"/>
            <a:ext cx="1629720" cy="330840"/>
            <a:chOff x="1302898" y="4802996"/>
            <a:chExt cx="1629720" cy="3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21F2E51-5422-6CE7-0A43-2753416B12F4}"/>
                    </a:ext>
                  </a:extLst>
                </p14:cNvPr>
                <p14:cNvContentPartPr/>
                <p14:nvPr/>
              </p14:nvContentPartPr>
              <p14:xfrm>
                <a:off x="1302898" y="4802996"/>
                <a:ext cx="150480" cy="323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21F2E51-5422-6CE7-0A43-2753416B12F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93898" y="4794356"/>
                  <a:ext cx="1681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304B37D-3E4A-75C2-A61B-A998C53B99D6}"/>
                    </a:ext>
                  </a:extLst>
                </p14:cNvPr>
                <p14:cNvContentPartPr/>
                <p14:nvPr/>
              </p14:nvContentPartPr>
              <p14:xfrm>
                <a:off x="1502698" y="4983716"/>
                <a:ext cx="124200" cy="147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304B37D-3E4A-75C2-A61B-A998C53B99D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94058" y="4975076"/>
                  <a:ext cx="1418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CF796F3-0502-9E98-F71D-EBD9BBC024BD}"/>
                    </a:ext>
                  </a:extLst>
                </p14:cNvPr>
                <p14:cNvContentPartPr/>
                <p14:nvPr/>
              </p14:nvContentPartPr>
              <p14:xfrm>
                <a:off x="1659298" y="4949516"/>
                <a:ext cx="200880" cy="151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CF796F3-0502-9E98-F71D-EBD9BBC024B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50658" y="4940516"/>
                  <a:ext cx="2185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023B102-E1C1-54F9-9E1C-12379B4915F1}"/>
                    </a:ext>
                  </a:extLst>
                </p14:cNvPr>
                <p14:cNvContentPartPr/>
                <p14:nvPr/>
              </p14:nvContentPartPr>
              <p14:xfrm>
                <a:off x="1894738" y="4813436"/>
                <a:ext cx="166680" cy="277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023B102-E1C1-54F9-9E1C-12379B4915F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86098" y="4804796"/>
                  <a:ext cx="1843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87576D4-DBF7-8DF7-EC86-4FFDF06BB231}"/>
                    </a:ext>
                  </a:extLst>
                </p14:cNvPr>
                <p14:cNvContentPartPr/>
                <p14:nvPr/>
              </p14:nvContentPartPr>
              <p14:xfrm>
                <a:off x="2143858" y="4928996"/>
                <a:ext cx="117720" cy="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87576D4-DBF7-8DF7-EC86-4FFDF06BB23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35218" y="4920356"/>
                  <a:ext cx="135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8B513C9-0E4A-4259-AE31-C84C197D75A9}"/>
                    </a:ext>
                  </a:extLst>
                </p14:cNvPr>
                <p14:cNvContentPartPr/>
                <p14:nvPr/>
              </p14:nvContentPartPr>
              <p14:xfrm>
                <a:off x="2374978" y="4919276"/>
                <a:ext cx="136800" cy="19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8B513C9-0E4A-4259-AE31-C84C197D75A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365978" y="4910276"/>
                  <a:ext cx="1544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B397767-D335-3EB1-7DE7-52C897F8247E}"/>
                    </a:ext>
                  </a:extLst>
                </p14:cNvPr>
                <p14:cNvContentPartPr/>
                <p14:nvPr/>
              </p14:nvContentPartPr>
              <p14:xfrm>
                <a:off x="2364538" y="5023676"/>
                <a:ext cx="153000" cy="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B397767-D335-3EB1-7DE7-52C897F8247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355538" y="5014676"/>
                  <a:ext cx="170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0DC198D-370D-F0A6-F6D2-C6171C944D3B}"/>
                    </a:ext>
                  </a:extLst>
                </p14:cNvPr>
                <p14:cNvContentPartPr/>
                <p14:nvPr/>
              </p14:nvContentPartPr>
              <p14:xfrm>
                <a:off x="2605738" y="4876436"/>
                <a:ext cx="78840" cy="257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0DC198D-370D-F0A6-F6D2-C6171C944D3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96738" y="4867796"/>
                  <a:ext cx="964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24261A4-25A6-94F2-371C-C27007C5AA69}"/>
                    </a:ext>
                  </a:extLst>
                </p14:cNvPr>
                <p14:cNvContentPartPr/>
                <p14:nvPr/>
              </p14:nvContentPartPr>
              <p14:xfrm>
                <a:off x="2722018" y="4960316"/>
                <a:ext cx="64800" cy="114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24261A4-25A6-94F2-371C-C27007C5AA6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713018" y="4951676"/>
                  <a:ext cx="824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44C9D0C-7E39-CB73-D20D-1C5F0763F124}"/>
                    </a:ext>
                  </a:extLst>
                </p14:cNvPr>
                <p14:cNvContentPartPr/>
                <p14:nvPr/>
              </p14:nvContentPartPr>
              <p14:xfrm>
                <a:off x="2836858" y="4876436"/>
                <a:ext cx="21960" cy="179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44C9D0C-7E39-CB73-D20D-1C5F0763F12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27858" y="4867796"/>
                  <a:ext cx="39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38FF8E4-C771-5153-A9A6-043B55C83E24}"/>
                    </a:ext>
                  </a:extLst>
                </p14:cNvPr>
                <p14:cNvContentPartPr/>
                <p14:nvPr/>
              </p14:nvContentPartPr>
              <p14:xfrm>
                <a:off x="2911018" y="4855196"/>
                <a:ext cx="21600" cy="210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38FF8E4-C771-5153-A9A6-043B55C83E2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02378" y="4846196"/>
                  <a:ext cx="3924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6933F48-ED82-5B84-B9A2-6A98934B5EC4}"/>
              </a:ext>
            </a:extLst>
          </p:cNvPr>
          <p:cNvGrpSpPr/>
          <p:nvPr/>
        </p:nvGrpSpPr>
        <p:grpSpPr>
          <a:xfrm>
            <a:off x="830218" y="5328236"/>
            <a:ext cx="3118680" cy="568080"/>
            <a:chOff x="830218" y="5328236"/>
            <a:chExt cx="3118680" cy="56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02AC290-D9A7-67C7-8DFA-DB6EEF45E177}"/>
                    </a:ext>
                  </a:extLst>
                </p14:cNvPr>
                <p14:cNvContentPartPr/>
                <p14:nvPr/>
              </p14:nvContentPartPr>
              <p14:xfrm>
                <a:off x="874498" y="5328236"/>
                <a:ext cx="71640" cy="384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02AC290-D9A7-67C7-8DFA-DB6EEF45E17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65498" y="5319596"/>
                  <a:ext cx="892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F0A0F1C-1F03-2F28-EA71-DC0E77012003}"/>
                    </a:ext>
                  </a:extLst>
                </p14:cNvPr>
                <p14:cNvContentPartPr/>
                <p14:nvPr/>
              </p14:nvContentPartPr>
              <p14:xfrm>
                <a:off x="830218" y="5496716"/>
                <a:ext cx="12492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F0A0F1C-1F03-2F28-EA71-DC0E7701200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21218" y="5488076"/>
                  <a:ext cx="142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FD3BA46-E834-EB9F-8FEE-6180891642E3}"/>
                    </a:ext>
                  </a:extLst>
                </p14:cNvPr>
                <p14:cNvContentPartPr/>
                <p14:nvPr/>
              </p14:nvContentPartPr>
              <p14:xfrm>
                <a:off x="1078258" y="5391596"/>
                <a:ext cx="210240" cy="3661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FD3BA46-E834-EB9F-8FEE-6180891642E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69618" y="5382596"/>
                  <a:ext cx="22788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64689FF-4280-8B0E-01BC-B442B521BB25}"/>
                    </a:ext>
                  </a:extLst>
                </p14:cNvPr>
                <p14:cNvContentPartPr/>
                <p14:nvPr/>
              </p14:nvContentPartPr>
              <p14:xfrm>
                <a:off x="1365898" y="5578436"/>
                <a:ext cx="11880" cy="138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64689FF-4280-8B0E-01BC-B442B521BB2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356898" y="5569436"/>
                  <a:ext cx="295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6F2CF9D-3233-EA76-96C1-CA669423DF6A}"/>
                    </a:ext>
                  </a:extLst>
                </p14:cNvPr>
                <p14:cNvContentPartPr/>
                <p14:nvPr/>
              </p14:nvContentPartPr>
              <p14:xfrm>
                <a:off x="1418458" y="5422916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6F2CF9D-3233-EA76-96C1-CA669423DF6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409818" y="54139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7A8244C-F248-5F32-1B67-796349917644}"/>
                    </a:ext>
                  </a:extLst>
                </p14:cNvPr>
                <p14:cNvContentPartPr/>
                <p14:nvPr/>
              </p14:nvContentPartPr>
              <p14:xfrm>
                <a:off x="1537978" y="5562236"/>
                <a:ext cx="114840" cy="228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7A8244C-F248-5F32-1B67-79634991764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529338" y="5553236"/>
                  <a:ext cx="1324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D309EC3-CE43-AC8D-08F5-D117301502EE}"/>
                    </a:ext>
                  </a:extLst>
                </p14:cNvPr>
                <p14:cNvContentPartPr/>
                <p14:nvPr/>
              </p14:nvContentPartPr>
              <p14:xfrm>
                <a:off x="1765498" y="5759516"/>
                <a:ext cx="216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D309EC3-CE43-AC8D-08F5-D117301502E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756858" y="5750516"/>
                  <a:ext cx="19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8875FE7-81A5-D13E-030E-9333E95A1BB6}"/>
                    </a:ext>
                  </a:extLst>
                </p14:cNvPr>
                <p14:cNvContentPartPr/>
                <p14:nvPr/>
              </p14:nvContentPartPr>
              <p14:xfrm>
                <a:off x="1904458" y="5433716"/>
                <a:ext cx="163080" cy="390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8875FE7-81A5-D13E-030E-9333E95A1BB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895458" y="5424716"/>
                  <a:ext cx="18072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B04C728-4353-91CE-2310-58BD173CBF11}"/>
                    </a:ext>
                  </a:extLst>
                </p14:cNvPr>
                <p14:cNvContentPartPr/>
                <p14:nvPr/>
              </p14:nvContentPartPr>
              <p14:xfrm>
                <a:off x="2101738" y="5656556"/>
                <a:ext cx="114480" cy="169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B04C728-4353-91CE-2310-58BD173CBF1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092738" y="5647916"/>
                  <a:ext cx="1321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2D17D0C-6E6C-9871-B0D1-4A8AF6A804EE}"/>
                    </a:ext>
                  </a:extLst>
                </p14:cNvPr>
                <p14:cNvContentPartPr/>
                <p14:nvPr/>
              </p14:nvContentPartPr>
              <p14:xfrm>
                <a:off x="2278858" y="5652236"/>
                <a:ext cx="164160" cy="208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2D17D0C-6E6C-9871-B0D1-4A8AF6A804E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270218" y="5643236"/>
                  <a:ext cx="1818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EB01A77-EA7C-CD0F-DC1E-A9B5E2FAD709}"/>
                    </a:ext>
                  </a:extLst>
                </p14:cNvPr>
                <p14:cNvContentPartPr/>
                <p14:nvPr/>
              </p14:nvContentPartPr>
              <p14:xfrm>
                <a:off x="2521498" y="5465036"/>
                <a:ext cx="145800" cy="3916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EB01A77-EA7C-CD0F-DC1E-A9B5E2FAD70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512858" y="5456036"/>
                  <a:ext cx="16344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026177C-7117-5D76-EF20-67904C375115}"/>
                    </a:ext>
                  </a:extLst>
                </p14:cNvPr>
                <p14:cNvContentPartPr/>
                <p14:nvPr/>
              </p14:nvContentPartPr>
              <p14:xfrm>
                <a:off x="2848018" y="5623796"/>
                <a:ext cx="165600" cy="20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026177C-7117-5D76-EF20-67904C37511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839378" y="5614796"/>
                  <a:ext cx="1832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9F91FB1-4F05-1491-7252-C1C4CE9C19CB}"/>
                    </a:ext>
                  </a:extLst>
                </p14:cNvPr>
                <p14:cNvContentPartPr/>
                <p14:nvPr/>
              </p14:nvContentPartPr>
              <p14:xfrm>
                <a:off x="2868898" y="5717036"/>
                <a:ext cx="146520" cy="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9F91FB1-4F05-1491-7252-C1C4CE9C19C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859898" y="5708396"/>
                  <a:ext cx="164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15B5C7F-2B14-C4E9-A507-5DDA154D94CC}"/>
                    </a:ext>
                  </a:extLst>
                </p14:cNvPr>
                <p14:cNvContentPartPr/>
                <p14:nvPr/>
              </p14:nvContentPartPr>
              <p14:xfrm>
                <a:off x="3268498" y="5570156"/>
                <a:ext cx="193680" cy="308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15B5C7F-2B14-C4E9-A507-5DDA154D94C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259498" y="5561516"/>
                  <a:ext cx="2113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761E9C6-3F6C-183A-7466-DB21E0434486}"/>
                    </a:ext>
                  </a:extLst>
                </p14:cNvPr>
                <p14:cNvContentPartPr/>
                <p14:nvPr/>
              </p14:nvContentPartPr>
              <p14:xfrm>
                <a:off x="3499618" y="5690036"/>
                <a:ext cx="168120" cy="206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761E9C6-3F6C-183A-7466-DB21E043448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490618" y="5681396"/>
                  <a:ext cx="1857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753CEF2-6B0C-28A1-C08C-B42E5E21A2F4}"/>
                    </a:ext>
                  </a:extLst>
                </p14:cNvPr>
                <p14:cNvContentPartPr/>
                <p14:nvPr/>
              </p14:nvContentPartPr>
              <p14:xfrm>
                <a:off x="3720658" y="5706596"/>
                <a:ext cx="228240" cy="162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753CEF2-6B0C-28A1-C08C-B42E5E21A2F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711658" y="5697956"/>
                  <a:ext cx="24588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73E1014-DEA9-3894-8847-B0A81B38C599}"/>
              </a:ext>
            </a:extLst>
          </p:cNvPr>
          <p:cNvGrpSpPr/>
          <p:nvPr/>
        </p:nvGrpSpPr>
        <p:grpSpPr>
          <a:xfrm>
            <a:off x="4276138" y="5437676"/>
            <a:ext cx="1588680" cy="547560"/>
            <a:chOff x="4276138" y="5437676"/>
            <a:chExt cx="1588680" cy="54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B9CD598-991B-A82B-2147-0B30084FEAA9}"/>
                    </a:ext>
                  </a:extLst>
                </p14:cNvPr>
                <p14:cNvContentPartPr/>
                <p14:nvPr/>
              </p14:nvContentPartPr>
              <p14:xfrm>
                <a:off x="4276138" y="5469716"/>
                <a:ext cx="437400" cy="426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B9CD598-991B-A82B-2147-0B30084FEAA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267138" y="5460716"/>
                  <a:ext cx="45504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51D2BE2-5D44-403F-6838-E748CEAB3815}"/>
                    </a:ext>
                  </a:extLst>
                </p14:cNvPr>
                <p14:cNvContentPartPr/>
                <p14:nvPr/>
              </p14:nvContentPartPr>
              <p14:xfrm>
                <a:off x="4770778" y="5689676"/>
                <a:ext cx="176400" cy="1764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51D2BE2-5D44-403F-6838-E748CEAB381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762138" y="5681036"/>
                  <a:ext cx="194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D762BB6-C23A-314F-6506-01BF26EFBF4A}"/>
                    </a:ext>
                  </a:extLst>
                </p14:cNvPr>
                <p14:cNvContentPartPr/>
                <p14:nvPr/>
              </p14:nvContentPartPr>
              <p14:xfrm>
                <a:off x="5045098" y="5496716"/>
                <a:ext cx="189000" cy="4122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D762BB6-C23A-314F-6506-01BF26EFBF4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036458" y="5488076"/>
                  <a:ext cx="20664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8066545-B6A1-1E05-F0CA-6A8987D6B11A}"/>
                    </a:ext>
                  </a:extLst>
                </p14:cNvPr>
                <p14:cNvContentPartPr/>
                <p14:nvPr/>
              </p14:nvContentPartPr>
              <p14:xfrm>
                <a:off x="5283418" y="5715236"/>
                <a:ext cx="168840" cy="246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8066545-B6A1-1E05-F0CA-6A8987D6B11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274418" y="5706236"/>
                  <a:ext cx="1864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53E051C-7E59-FF6A-B268-F6AD1F2C8FD6}"/>
                    </a:ext>
                  </a:extLst>
                </p14:cNvPr>
                <p14:cNvContentPartPr/>
                <p14:nvPr/>
              </p14:nvContentPartPr>
              <p14:xfrm>
                <a:off x="5587618" y="5437676"/>
                <a:ext cx="277200" cy="547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53E051C-7E59-FF6A-B268-F6AD1F2C8FD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578978" y="5429036"/>
                  <a:ext cx="294840" cy="56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0EF645F0-AD9F-44B8-AC4B-B2C84E77A7C7}"/>
                  </a:ext>
                </a:extLst>
              </p14:cNvPr>
              <p14:cNvContentPartPr/>
              <p14:nvPr/>
            </p14:nvContentPartPr>
            <p14:xfrm>
              <a:off x="7675258" y="2616716"/>
              <a:ext cx="127080" cy="2185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0EF645F0-AD9F-44B8-AC4B-B2C84E77A7C7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666258" y="2608076"/>
                <a:ext cx="14472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090E831-263E-0CE6-2BEF-005F803E5096}"/>
                  </a:ext>
                </a:extLst>
              </p14:cNvPr>
              <p14:cNvContentPartPr/>
              <p14:nvPr/>
            </p14:nvContentPartPr>
            <p14:xfrm>
              <a:off x="7893058" y="2606276"/>
              <a:ext cx="149400" cy="1944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090E831-263E-0CE6-2BEF-005F803E509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884058" y="2597276"/>
                <a:ext cx="1670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61A83E4-0E29-542D-A76F-6F50EB2EC0E6}"/>
                  </a:ext>
                </a:extLst>
              </p14:cNvPr>
              <p14:cNvContentPartPr/>
              <p14:nvPr/>
            </p14:nvContentPartPr>
            <p14:xfrm>
              <a:off x="8125258" y="2364356"/>
              <a:ext cx="72720" cy="4503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61A83E4-0E29-542D-A76F-6F50EB2EC0E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116618" y="2355716"/>
                <a:ext cx="9036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58283E7-34B4-1539-4E6D-66F3A748EF87}"/>
                  </a:ext>
                </a:extLst>
              </p14:cNvPr>
              <p14:cNvContentPartPr/>
              <p14:nvPr/>
            </p14:nvContentPartPr>
            <p14:xfrm>
              <a:off x="8249818" y="2395676"/>
              <a:ext cx="21960" cy="5043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58283E7-34B4-1539-4E6D-66F3A748EF8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240818" y="2387036"/>
                <a:ext cx="39600" cy="52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3802755A-953F-86CE-DFCC-B1CF01EC3406}"/>
              </a:ext>
            </a:extLst>
          </p:cNvPr>
          <p:cNvGrpSpPr/>
          <p:nvPr/>
        </p:nvGrpSpPr>
        <p:grpSpPr>
          <a:xfrm>
            <a:off x="5169658" y="2238716"/>
            <a:ext cx="2210040" cy="1104120"/>
            <a:chOff x="5169658" y="2238716"/>
            <a:chExt cx="2210040" cy="11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0B1049E-FFE1-69D4-5ED7-1B874B080996}"/>
                    </a:ext>
                  </a:extLst>
                </p14:cNvPr>
                <p14:cNvContentPartPr/>
                <p14:nvPr/>
              </p14:nvContentPartPr>
              <p14:xfrm>
                <a:off x="5169658" y="2238716"/>
                <a:ext cx="1982160" cy="1104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0B1049E-FFE1-69D4-5ED7-1B874B08099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161018" y="2230076"/>
                  <a:ext cx="1999800" cy="11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2B87E82-7046-39B7-7699-D36127622120}"/>
                    </a:ext>
                  </a:extLst>
                </p14:cNvPr>
                <p14:cNvContentPartPr/>
                <p14:nvPr/>
              </p14:nvContentPartPr>
              <p14:xfrm>
                <a:off x="6064258" y="2269676"/>
                <a:ext cx="31680" cy="1028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2B87E82-7046-39B7-7699-D3612762212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055258" y="2260676"/>
                  <a:ext cx="49320" cy="10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7273FE2-06B3-B029-9229-473257D71389}"/>
                    </a:ext>
                  </a:extLst>
                </p14:cNvPr>
                <p14:cNvContentPartPr/>
                <p14:nvPr/>
              </p14:nvContentPartPr>
              <p14:xfrm>
                <a:off x="7062898" y="2557316"/>
                <a:ext cx="316800" cy="363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7273FE2-06B3-B029-9229-473257D7138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053898" y="2548676"/>
                  <a:ext cx="3344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F203469-DF12-573A-57A2-F31A8B8EBD5F}"/>
                    </a:ext>
                  </a:extLst>
                </p14:cNvPr>
                <p14:cNvContentPartPr/>
                <p14:nvPr/>
              </p14:nvContentPartPr>
              <p14:xfrm>
                <a:off x="5234098" y="2588276"/>
                <a:ext cx="106200" cy="2473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F203469-DF12-573A-57A2-F31A8B8EBD5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225098" y="2579636"/>
                  <a:ext cx="1238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FA64478-D846-BF06-1AF5-D8519AA9E78D}"/>
                    </a:ext>
                  </a:extLst>
                </p14:cNvPr>
                <p14:cNvContentPartPr/>
                <p14:nvPr/>
              </p14:nvContentPartPr>
              <p14:xfrm>
                <a:off x="5398978" y="2646236"/>
                <a:ext cx="113040" cy="153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FA64478-D846-BF06-1AF5-D8519AA9E78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389978" y="2637236"/>
                  <a:ext cx="1306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1C484B4-8A9D-B8A6-CB52-640769A90EBB}"/>
                    </a:ext>
                  </a:extLst>
                </p14:cNvPr>
                <p14:cNvContentPartPr/>
                <p14:nvPr/>
              </p14:nvContentPartPr>
              <p14:xfrm>
                <a:off x="5539018" y="2564156"/>
                <a:ext cx="360" cy="220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1C484B4-8A9D-B8A6-CB52-640769A90EB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530018" y="2555156"/>
                  <a:ext cx="180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AF98BB6-EABC-7F90-1D15-63D03D4D4ACE}"/>
                    </a:ext>
                  </a:extLst>
                </p14:cNvPr>
                <p14:cNvContentPartPr/>
                <p14:nvPr/>
              </p14:nvContentPartPr>
              <p14:xfrm>
                <a:off x="5590858" y="2664596"/>
                <a:ext cx="127440" cy="120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AF98BB6-EABC-7F90-1D15-63D03D4D4AC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582218" y="2655596"/>
                  <a:ext cx="1450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9347581-6100-2F92-CC07-56820FBD2AAB}"/>
                    </a:ext>
                  </a:extLst>
                </p14:cNvPr>
                <p14:cNvContentPartPr/>
                <p14:nvPr/>
              </p14:nvContentPartPr>
              <p14:xfrm>
                <a:off x="5769778" y="2604116"/>
                <a:ext cx="160560" cy="266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9347581-6100-2F92-CC07-56820FBD2AA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760778" y="2595476"/>
                  <a:ext cx="178200" cy="28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567051D-A657-9BAE-CF29-B8F151FA551D}"/>
              </a:ext>
            </a:extLst>
          </p:cNvPr>
          <p:cNvGrpSpPr/>
          <p:nvPr/>
        </p:nvGrpSpPr>
        <p:grpSpPr>
          <a:xfrm>
            <a:off x="5874898" y="5454236"/>
            <a:ext cx="2032560" cy="676080"/>
            <a:chOff x="5874898" y="5454236"/>
            <a:chExt cx="2032560" cy="67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CBD7D95-B664-7A55-372A-F4FF71025298}"/>
                    </a:ext>
                  </a:extLst>
                </p14:cNvPr>
                <p14:cNvContentPartPr/>
                <p14:nvPr/>
              </p14:nvContentPartPr>
              <p14:xfrm>
                <a:off x="5874898" y="5654036"/>
                <a:ext cx="186840" cy="259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CBD7D95-B664-7A55-372A-F4FF7102529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866258" y="5645036"/>
                  <a:ext cx="2044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0A83D50-F63E-6145-8B93-DB9971C5283A}"/>
                    </a:ext>
                  </a:extLst>
                </p14:cNvPr>
                <p14:cNvContentPartPr/>
                <p14:nvPr/>
              </p14:nvContentPartPr>
              <p14:xfrm>
                <a:off x="6136978" y="5727476"/>
                <a:ext cx="158040" cy="182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0A83D50-F63E-6145-8B93-DB9971C5283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127978" y="5718476"/>
                  <a:ext cx="1756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60E4035-7504-6F47-EF44-CDE05458E169}"/>
                    </a:ext>
                  </a:extLst>
                </p14:cNvPr>
                <p14:cNvContentPartPr/>
                <p14:nvPr/>
              </p14:nvContentPartPr>
              <p14:xfrm>
                <a:off x="6364138" y="5496716"/>
                <a:ext cx="78840" cy="370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60E4035-7504-6F47-EF44-CDE05458E16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355138" y="5488076"/>
                  <a:ext cx="964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DDEAE5A-80ED-912B-458E-DA57CD059BBB}"/>
                    </a:ext>
                  </a:extLst>
                </p14:cNvPr>
                <p14:cNvContentPartPr/>
                <p14:nvPr/>
              </p14:nvContentPartPr>
              <p14:xfrm>
                <a:off x="6455938" y="5727476"/>
                <a:ext cx="104040" cy="2026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DDEAE5A-80ED-912B-458E-DA57CD059BB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447298" y="5718836"/>
                  <a:ext cx="1216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A51A6AE-5426-D9DE-FF22-1A2CDF0A3479}"/>
                    </a:ext>
                  </a:extLst>
                </p14:cNvPr>
                <p14:cNvContentPartPr/>
                <p14:nvPr/>
              </p14:nvContentPartPr>
              <p14:xfrm>
                <a:off x="6662938" y="5684276"/>
                <a:ext cx="118800" cy="242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A51A6AE-5426-D9DE-FF22-1A2CDF0A347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654298" y="5675276"/>
                  <a:ext cx="1364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28F40F3-EBAF-4764-D860-11F08A9401FC}"/>
                    </a:ext>
                  </a:extLst>
                </p14:cNvPr>
                <p14:cNvContentPartPr/>
                <p14:nvPr/>
              </p14:nvContentPartPr>
              <p14:xfrm>
                <a:off x="6759778" y="5916836"/>
                <a:ext cx="103680" cy="213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28F40F3-EBAF-4764-D860-11F08A9401F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750778" y="5907836"/>
                  <a:ext cx="1213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C1FC9F9-4CCB-92CF-E833-E63AA4E835DF}"/>
                    </a:ext>
                  </a:extLst>
                </p14:cNvPr>
                <p14:cNvContentPartPr/>
                <p14:nvPr/>
              </p14:nvContentPartPr>
              <p14:xfrm>
                <a:off x="6957058" y="5664476"/>
                <a:ext cx="159480" cy="308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C1FC9F9-4CCB-92CF-E833-E63AA4E835D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948058" y="5655836"/>
                  <a:ext cx="1771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31B4EC3-F5CC-8C34-80B6-B0EC1D77C818}"/>
                    </a:ext>
                  </a:extLst>
                </p14:cNvPr>
                <p14:cNvContentPartPr/>
                <p14:nvPr/>
              </p14:nvContentPartPr>
              <p14:xfrm>
                <a:off x="7178458" y="5704796"/>
                <a:ext cx="96840" cy="196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31B4EC3-F5CC-8C34-80B6-B0EC1D77C81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169818" y="5696156"/>
                  <a:ext cx="1144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D33A717-6040-9F95-9985-684AC7611E94}"/>
                    </a:ext>
                  </a:extLst>
                </p14:cNvPr>
                <p14:cNvContentPartPr/>
                <p14:nvPr/>
              </p14:nvContentPartPr>
              <p14:xfrm>
                <a:off x="7335778" y="5580596"/>
                <a:ext cx="360" cy="322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D33A717-6040-9F95-9985-684AC7611E9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327138" y="5571956"/>
                  <a:ext cx="180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6CE7B5D-B87B-4311-A985-83623850C409}"/>
                    </a:ext>
                  </a:extLst>
                </p14:cNvPr>
                <p14:cNvContentPartPr/>
                <p14:nvPr/>
              </p14:nvContentPartPr>
              <p14:xfrm>
                <a:off x="7441258" y="5580596"/>
                <a:ext cx="11160" cy="2786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6CE7B5D-B87B-4311-A985-83623850C40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432258" y="5571956"/>
                  <a:ext cx="288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0888799-55E4-517F-4489-DF9ACA4BCCC7}"/>
                    </a:ext>
                  </a:extLst>
                </p14:cNvPr>
                <p14:cNvContentPartPr/>
                <p14:nvPr/>
              </p14:nvContentPartPr>
              <p14:xfrm>
                <a:off x="7441258" y="5454236"/>
                <a:ext cx="232560" cy="564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0888799-55E4-517F-4489-DF9ACA4BCCC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432258" y="5445236"/>
                  <a:ext cx="25020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E0B31B4-C1B5-7CB8-B3F2-8124F0A128CE}"/>
                    </a:ext>
                  </a:extLst>
                </p14:cNvPr>
                <p14:cNvContentPartPr/>
                <p14:nvPr/>
              </p14:nvContentPartPr>
              <p14:xfrm>
                <a:off x="7846618" y="5622716"/>
                <a:ext cx="36360" cy="26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E0B31B4-C1B5-7CB8-B3F2-8124F0A128C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837618" y="5614076"/>
                  <a:ext cx="540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8443338-6C33-C3EC-C2A4-FA599CF11702}"/>
                    </a:ext>
                  </a:extLst>
                </p14:cNvPr>
                <p14:cNvContentPartPr/>
                <p14:nvPr/>
              </p14:nvContentPartPr>
              <p14:xfrm>
                <a:off x="7835818" y="5821796"/>
                <a:ext cx="71640" cy="204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8443338-6C33-C3EC-C2A4-FA599CF1170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827178" y="5813156"/>
                  <a:ext cx="89280" cy="22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9690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HW13: Singly-Linked List</a:t>
            </a:r>
          </a:p>
          <a:p>
            <a:pPr lvl="1"/>
            <a:r>
              <a:rPr lang="en-US" dirty="0"/>
              <a:t>Requires you to implement a Singly-Linked List</a:t>
            </a:r>
          </a:p>
          <a:p>
            <a:pPr lvl="1"/>
            <a:r>
              <a:rPr lang="en-US" dirty="0"/>
              <a:t>Additional algorithm questions which make use of the Singly-Linked 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DEB52B-C033-DFBC-C08F-AF5E825D4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129" y="3568700"/>
            <a:ext cx="4445000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70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0f9cb1-409d-4c4b-8197-1d4f7dd48124" xsi:nil="true"/>
    <lcf76f155ced4ddcb4097134ff3c332f xmlns="08600313-7276-4ca7-b5d3-7d86193ee0a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8" ma:contentTypeDescription="Create a new document." ma:contentTypeScope="" ma:versionID="ecce54155d2ea7caa9aed06c8b6b9867">
  <xsd:schema xmlns:xsd="http://www.w3.org/2001/XMLSchema" xmlns:xs="http://www.w3.org/2001/XMLSchema" xmlns:p="http://schemas.microsoft.com/office/2006/metadata/properties" xmlns:ns2="08600313-7276-4ca7-b5d3-7d86193ee0ac" xmlns:ns3="820f9cb1-409d-4c4b-8197-1d4f7dd48124" targetNamespace="http://schemas.microsoft.com/office/2006/metadata/properties" ma:root="true" ma:fieldsID="bfd7385540b70b2fe84ac888cc214377" ns2:_="" ns3:_="">
    <xsd:import namespace="08600313-7276-4ca7-b5d3-7d86193ee0ac"/>
    <xsd:import namespace="820f9cb1-409d-4c4b-8197-1d4f7dd481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1a83542-6b13-4414-947d-2211b265f7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f9cb1-409d-4c4b-8197-1d4f7dd4812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e4b8413-bde8-45bb-ad7f-2c4efb398c4d}" ma:internalName="TaxCatchAll" ma:showField="CatchAllData" ma:web="820f9cb1-409d-4c4b-8197-1d4f7dd48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EB23CE-1CD2-4B69-9E50-DC66E79D388B}">
  <ds:schemaRefs>
    <ds:schemaRef ds:uri="http://schemas.microsoft.com/office/2006/metadata/properties"/>
    <ds:schemaRef ds:uri="http://schemas.microsoft.com/office/infopath/2007/PartnerControls"/>
    <ds:schemaRef ds:uri="820f9cb1-409d-4c4b-8197-1d4f7dd48124"/>
    <ds:schemaRef ds:uri="08600313-7276-4ca7-b5d3-7d86193ee0ac"/>
  </ds:schemaRefs>
</ds:datastoreItem>
</file>

<file path=customXml/itemProps2.xml><?xml version="1.0" encoding="utf-8"?>
<ds:datastoreItem xmlns:ds="http://schemas.openxmlformats.org/officeDocument/2006/customXml" ds:itemID="{65F6D3FF-4230-44B7-891A-B84816FD13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F375F3-61F4-4637-A002-8FFA823081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00313-7276-4ca7-b5d3-7d86193ee0ac"/>
    <ds:schemaRef ds:uri="820f9cb1-409d-4c4b-8197-1d4f7dd48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</TotalTime>
  <Words>943</Words>
  <Application>Microsoft Office PowerPoint</Application>
  <PresentationFormat>On-screen Show (4:3)</PresentationFormat>
  <Paragraphs>135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Courier New</vt:lpstr>
      <vt:lpstr>Office Theme</vt:lpstr>
      <vt:lpstr>CSSE 220</vt:lpstr>
      <vt:lpstr>Linked-List  Activity</vt:lpstr>
      <vt:lpstr>PowerPoint Presentation</vt:lpstr>
      <vt:lpstr>Optional - Now Walk Through Together</vt:lpstr>
      <vt:lpstr>Shorthand Diagramming Notation</vt:lpstr>
      <vt:lpstr>Loops in Arrays vs. LinkedLists</vt:lpstr>
      <vt:lpstr>Loops in Arrays vs. LinkedLists</vt:lpstr>
      <vt:lpstr>Traverse Linked List Stop at the End</vt:lpstr>
      <vt:lpstr>Traverse Linked List With Trailer</vt:lpstr>
      <vt:lpstr>Solve the Other Problems in LinkedListSimple</vt:lpstr>
      <vt:lpstr>Reminder:  Shorthand Diagramming Notation</vt:lpstr>
      <vt:lpstr>PowerPoint Presentation</vt:lpstr>
      <vt:lpstr>Think before you code!</vt:lpstr>
      <vt:lpstr>How to Use</vt:lpstr>
      <vt:lpstr>Homework</vt:lpstr>
    </vt:vector>
  </TitlesOfParts>
  <Manager/>
  <Company>RHIT CSSE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CSSE Faculty</dc:creator>
  <cp:keywords/>
  <dc:description/>
  <cp:lastModifiedBy>Ludden, Ian</cp:lastModifiedBy>
  <cp:revision>41</cp:revision>
  <cp:lastPrinted>2015-10-26T12:57:27Z</cp:lastPrinted>
  <dcterms:created xsi:type="dcterms:W3CDTF">2007-11-19T15:20:41Z</dcterms:created>
  <dcterms:modified xsi:type="dcterms:W3CDTF">2025-10-28T11:33:38Z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0x0101004285D81DBE5F5A448E892B34D6B8CF20</vt:lpwstr>
  </property>
  <property fmtid="{D5CDD505-2E9C-101B-9397-08002B2CF9AE}" pid="4" name="MediaServiceImageTags">
    <vt:lpwstr/>
  </property>
</Properties>
</file>
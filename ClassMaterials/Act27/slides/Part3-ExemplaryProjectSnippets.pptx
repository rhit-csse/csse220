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0071C-A279-0735-1389-19713BE79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CD177-2763-91D1-B31B-7926584EA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55581-117D-44EE-2559-88FC951EB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76535-D465-4075-B50B-D926F3DAEF2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5187D-744F-09CA-B5E3-72F372269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FED1E-8EB3-9898-F5C7-5F7551BCE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F5E5-67AA-409B-A326-FF312E542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34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85AFD-BCB1-12F9-CD51-B5584CC9F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33E28-0AA4-039C-425A-66E76CA07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0529E-292A-18F3-97AF-8DC830E64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76535-D465-4075-B50B-D926F3DAEF2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78499-4482-4484-B531-F31E57E97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DA8D4-0E1F-A72B-CB00-09A4FC66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F5E5-67AA-409B-A326-FF312E542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30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12D3C-F4BC-DE8D-BF34-5FCD7B745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68DD9-4636-4B7B-D98D-EE08C1ED0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4F66D-D993-7706-19D4-342792DE2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76535-D465-4075-B50B-D926F3DAEF2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1B53C-63C2-0835-7A7D-FA2201BE7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3DE4F-9D75-C7EE-C56B-FD79C074F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F5E5-67AA-409B-A326-FF312E542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349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7D803-D356-90EF-68F6-4C4EC8EA7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3188F-F914-6DF3-3255-34556FB1AB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1582B-ADCF-F30D-7F3A-3A4F67386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BED38-3EF5-9D72-C720-E24239757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76535-D465-4075-B50B-D926F3DAEF2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82182-16FA-7DE2-C1D0-798AAA91C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CEF9A-C4B6-5B1D-55E8-E5C4D325A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F5E5-67AA-409B-A326-FF312E542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68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C117-DDBE-0471-3EF8-0BD967B9C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9B5E6-13CC-CA9E-28BE-22EB43930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CC1EF-962D-4B21-F503-A39170BF2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55F672-79A9-6C87-AE7A-B61BE32330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C0AA28-7917-3915-2DD3-E74335600A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C2B3D2-919F-E45D-74DE-D6BA909B4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76535-D465-4075-B50B-D926F3DAEF2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91A3E9-6EA4-B26B-D21B-85B607F2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F162F4-D5E6-7D88-CC09-1B0A7F81A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F5E5-67AA-409B-A326-FF312E542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73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0B0E0-3A9E-5DB9-A40E-1B6F464B1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7DB25-0DEB-FC28-DD37-0443FDA6A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76535-D465-4075-B50B-D926F3DAEF2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84BD88-965F-BB46-9130-4222814FB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F2052-2F07-7A34-E0FC-C611119D6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F5E5-67AA-409B-A326-FF312E542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981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C3FD6C-0EF5-5E52-9C62-72A4DE640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76535-D465-4075-B50B-D926F3DAEF2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54ACFC-96FD-EEAE-1A24-C2483D887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BDDC4-698F-5C3B-29F0-2CACB2230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F5E5-67AA-409B-A326-FF312E542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73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7E652-E49E-91EC-C96F-E7AF974B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565C4-7F16-F806-0053-7A073EC0A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5884B3-52EE-FE94-9402-66961415F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64C542-D7D7-6B92-D005-57675D7B3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76535-D465-4075-B50B-D926F3DAEF2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FED45-E0B7-BF20-F747-1705E3326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1AF72-C20D-D88E-9BC5-7FEA072CD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F5E5-67AA-409B-A326-FF312E542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212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BDB22-39CB-CE40-70DB-A4B05D3CB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449F51-8A84-C088-7867-1A2BA5ED4A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96B2D8-019B-4C5A-C2F9-59DBDAAE03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E2595-092B-6005-9273-643F4EC13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76535-D465-4075-B50B-D926F3DAEF2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31ACE2-78C1-EA56-E9DA-2A9B73A65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7304E-59EF-777D-61E5-2D7F02C69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F5E5-67AA-409B-A326-FF312E542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144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84AB4-C9D5-8485-F83C-A995234B9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17B40D-0CEB-27E0-9814-B95D8F5E6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C1865-D3D6-E00F-B9A9-47B5E4B45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76535-D465-4075-B50B-D926F3DAEF2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AB8CB-7887-0156-30FB-539F90591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473A8-52C0-5A4C-F768-5CA6D060F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F5E5-67AA-409B-A326-FF312E542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1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4904AB-9C61-37BC-4ED1-86D0623658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42E855-7529-B91F-AD2B-DC5246DA50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C5F35-A020-8C97-BFA9-F6256A169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76535-D465-4075-B50B-D926F3DAEF2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D4BC7-1194-E8D5-A28B-1BDA324B5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A6427-369F-2B19-6685-1FC09B2BD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F5E5-67AA-409B-A326-FF312E542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5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29B9B4-F230-EE17-AB90-760387084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D77EC-5134-8187-3BAA-97AEF66D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D9E2B-31F5-0888-A0B3-0D2592B582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676535-D465-4075-B50B-D926F3DAEF2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991ED-C23E-25FF-F99A-5343CB46DC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7F84F-6FF0-76D6-9DB0-AE242E1DE5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0BF5E5-67AA-409B-A326-FF312E542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787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A8183-879F-BC70-744A-8855612209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Grandview Display" panose="020B0502040204020203" pitchFamily="34" charset="0"/>
              </a:rPr>
              <a:t>CSSE 220 Final Project: </a:t>
            </a:r>
            <a:br>
              <a:rPr lang="en-US" dirty="0">
                <a:latin typeface="Grandview Display" panose="020B0502040204020203" pitchFamily="34" charset="0"/>
              </a:rPr>
            </a:br>
            <a:r>
              <a:rPr lang="en-US" dirty="0">
                <a:latin typeface="Grandview Display" panose="020B0502040204020203" pitchFamily="34" charset="0"/>
              </a:rPr>
              <a:t>M3 code worth imitating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896D50-24BE-743A-FADE-0FE6C16F7C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50094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Grandview" panose="020B0502040204020203" pitchFamily="34" charset="0"/>
              </a:rPr>
              <a:t>An incomplete sampling of good designs, </a:t>
            </a:r>
            <a:br>
              <a:rPr lang="en-US" dirty="0">
                <a:latin typeface="Grandview" panose="020B0502040204020203" pitchFamily="34" charset="0"/>
              </a:rPr>
            </a:br>
            <a:r>
              <a:rPr lang="en-US" dirty="0">
                <a:latin typeface="Grandview" panose="020B0502040204020203" pitchFamily="34" charset="0"/>
              </a:rPr>
              <a:t>documentation, methods, etc.</a:t>
            </a:r>
          </a:p>
          <a:p>
            <a:endParaRPr lang="en-US" dirty="0">
              <a:latin typeface="Grandview" panose="020B0502040204020203" pitchFamily="34" charset="0"/>
            </a:endParaRPr>
          </a:p>
          <a:p>
            <a:r>
              <a:rPr lang="en-US" dirty="0">
                <a:latin typeface="Grandview" panose="020B0502040204020203" pitchFamily="34" charset="0"/>
              </a:rPr>
              <a:t>Fall 2025</a:t>
            </a:r>
          </a:p>
        </p:txBody>
      </p:sp>
    </p:spTree>
    <p:extLst>
      <p:ext uri="{BB962C8B-B14F-4D97-AF65-F5344CB8AC3E}">
        <p14:creationId xmlns:p14="http://schemas.microsoft.com/office/powerpoint/2010/main" val="315324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F41F5-EC9A-6CA2-98AF-1AF57EFBD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randview Display" panose="020B0502040204020203" pitchFamily="34" charset="0"/>
              </a:rPr>
              <a:t>Slick method for staying on screen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B63A2-ACC6-294E-9DE9-40792E96F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00997"/>
            <a:ext cx="10515600" cy="347596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Grandview" panose="020B0502040204020203" pitchFamily="34" charset="0"/>
              </a:rPr>
              <a:t>Some nice features:</a:t>
            </a:r>
          </a:p>
          <a:p>
            <a:r>
              <a:rPr lang="en-US" dirty="0">
                <a:latin typeface="Grandview" panose="020B0502040204020203" pitchFamily="34" charset="0"/>
              </a:rPr>
              <a:t>Uses constant HOLE_OFFSET instead of magic number</a:t>
            </a:r>
          </a:p>
          <a:p>
            <a:r>
              <a:rPr lang="en-US" dirty="0">
                <a:latin typeface="Grandview" panose="020B0502040204020203" pitchFamily="34" charset="0"/>
              </a:rPr>
              <a:t>Has self-documenting variable names</a:t>
            </a:r>
          </a:p>
          <a:p>
            <a:r>
              <a:rPr lang="en-US" dirty="0">
                <a:latin typeface="Grandview" panose="020B0502040204020203" pitchFamily="34" charset="0"/>
              </a:rPr>
              <a:t>Allows other code to </a:t>
            </a:r>
            <a:r>
              <a:rPr lang="en-US" b="1" i="1" dirty="0">
                <a:latin typeface="Grandview" panose="020B0502040204020203" pitchFamily="34" charset="0"/>
              </a:rPr>
              <a:t>tell</a:t>
            </a:r>
            <a:r>
              <a:rPr lang="en-US" dirty="0">
                <a:latin typeface="Grandview" panose="020B0502040204020203" pitchFamily="34" charset="0"/>
              </a:rPr>
              <a:t> this object to adjust itself to stay within the screen (instead of asking for its position info)</a:t>
            </a:r>
          </a:p>
          <a:p>
            <a:endParaRPr lang="en-US" dirty="0">
              <a:latin typeface="Grandview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6FB4D5-37BB-E3CF-1C6F-40279A44D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1129"/>
            <a:ext cx="12192000" cy="11186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56523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D26C4-8BDD-A822-5DD1-7E8E2B9DC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15206-7D9D-E101-D0A5-E6A2073CC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randview Display" panose="020B0502040204020203" pitchFamily="34" charset="0"/>
              </a:rPr>
              <a:t>Effective use of helper methods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8250365-FCF4-6A5F-3ABA-176E7A920E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920" y="2354580"/>
            <a:ext cx="5313702" cy="23638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4E7EF6-3689-2C84-DEA9-07D9467D1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658" y="1690687"/>
            <a:ext cx="7295258" cy="45628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64D186-8606-D4C4-CF04-45452C5620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948" y="1947753"/>
            <a:ext cx="4296375" cy="40486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61579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3C81E-5B44-370E-5576-1C168F500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DF69D-010A-D56A-7CDB-AAEEFE90A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randview Display" panose="020B0502040204020203" pitchFamily="34" charset="0"/>
              </a:rPr>
              <a:t>Class-level </a:t>
            </a:r>
            <a:r>
              <a:rPr lang="en-US" dirty="0" err="1">
                <a:latin typeface="Grandview Display" panose="020B0502040204020203" pitchFamily="34" charset="0"/>
              </a:rPr>
              <a:t>JavaDoc</a:t>
            </a:r>
            <a:r>
              <a:rPr lang="en-US" dirty="0">
                <a:latin typeface="Grandview Display" panose="020B0502040204020203" pitchFamily="34" charset="0"/>
              </a:rPr>
              <a:t> 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6EE86-6B5D-7DE6-3AC6-96E7B0E74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Grandview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838309-44E3-6818-BC24-61D881094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83568"/>
            <a:ext cx="7844225" cy="36155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8FA738-FB54-B9DE-977D-312D86CDD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782" y="4586066"/>
            <a:ext cx="8287907" cy="1590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3484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77D7-5D88-BF5A-2C1D-47AFC6D06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8B4C1-39F0-90A8-0C19-E65D388CB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randview Display" panose="020B0502040204020203" pitchFamily="34" charset="0"/>
              </a:rPr>
              <a:t>Error-handling (and saving audio resources for reuse)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47F1CE8-A160-FB51-4414-C0D4344C3A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4732" y="1862327"/>
            <a:ext cx="5982535" cy="42582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4294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78CC4-AF07-897F-B923-5B2D9E824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63250-054F-604C-E25E-2B2083A2C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randview Display" panose="020B0502040204020203" pitchFamily="34" charset="0"/>
              </a:rPr>
              <a:t>Effective uses of switch statements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B8E7DD-9222-4B64-E592-53A570F5C7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8309" y="1786296"/>
            <a:ext cx="3959511" cy="4351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8E11E6-F0DD-05CB-A1AE-332E38DE0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254" y="1510993"/>
            <a:ext cx="5355428" cy="52048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37862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95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Grandview</vt:lpstr>
      <vt:lpstr>Grandview Display</vt:lpstr>
      <vt:lpstr>Office Theme</vt:lpstr>
      <vt:lpstr>CSSE 220 Final Project:  M3 code worth imitating</vt:lpstr>
      <vt:lpstr>Slick method for staying on screen</vt:lpstr>
      <vt:lpstr>Effective use of helper methods</vt:lpstr>
      <vt:lpstr>Class-level JavaDoc comments</vt:lpstr>
      <vt:lpstr>Error-handling (and saving audio resources for reuse)</vt:lpstr>
      <vt:lpstr>Effective uses of switch statements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Ludden, Ian</dc:creator>
  <cp:lastModifiedBy>Ludden, Ian</cp:lastModifiedBy>
  <cp:revision>7</cp:revision>
  <dcterms:created xsi:type="dcterms:W3CDTF">2025-11-05T22:08:05Z</dcterms:created>
  <dcterms:modified xsi:type="dcterms:W3CDTF">2025-11-05T22:46:26Z</dcterms:modified>
</cp:coreProperties>
</file>
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539" r:id="rId4"/>
    <p:sldMasterId id="2147484552" r:id="rId5"/>
  </p:sldMasterIdLst>
  <p:notesMasterIdLst>
    <p:notesMasterId r:id="rId18"/>
  </p:notesMasterIdLst>
  <p:handoutMasterIdLst>
    <p:handoutMasterId r:id="rId19"/>
  </p:handoutMasterIdLst>
  <p:sldIdLst>
    <p:sldId id="256" r:id="rId6"/>
    <p:sldId id="316" r:id="rId7"/>
    <p:sldId id="306" r:id="rId8"/>
    <p:sldId id="311" r:id="rId9"/>
    <p:sldId id="315" r:id="rId10"/>
    <p:sldId id="309" r:id="rId11"/>
    <p:sldId id="310" r:id="rId12"/>
    <p:sldId id="308" r:id="rId13"/>
    <p:sldId id="314" r:id="rId14"/>
    <p:sldId id="317" r:id="rId15"/>
    <p:sldId id="261" r:id="rId16"/>
    <p:sldId id="318" r:id="rId17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oder, Jason" initials="YJ" lastIdx="1" clrIdx="0">
    <p:extLst>
      <p:ext uri="{19B8F6BF-5375-455C-9EA6-DF929625EA0E}">
        <p15:presenceInfo xmlns:p15="http://schemas.microsoft.com/office/powerpoint/2012/main" userId="S-1-5-21-1965730717-1486086910-2027319071-7454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7D3E"/>
    <a:srgbClr val="DA1F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B8764C-DDFE-4B59-92D2-170554A44B2A}" v="3" dt="2023-11-06T12:59:22.3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99" autoAdjust="0"/>
    <p:restoredTop sz="73469" autoAdjust="0"/>
  </p:normalViewPr>
  <p:slideViewPr>
    <p:cSldViewPr snapToObjects="1">
      <p:cViewPr varScale="1">
        <p:scale>
          <a:sx n="81" d="100"/>
          <a:sy n="81" d="100"/>
        </p:scale>
        <p:origin x="168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rinek, Adam" userId="S::korineaj@rose-hulman.edu::a98ddd77-be9c-4186-9ea9-5e52026b75b2" providerId="AD" clId="Web-{29AC49A2-E65A-4206-BB2E-18AE591AA9DB}"/>
    <pc:docChg chg="modSld">
      <pc:chgData name="Korinek, Adam" userId="S::korineaj@rose-hulman.edu::a98ddd77-be9c-4186-9ea9-5e52026b75b2" providerId="AD" clId="Web-{29AC49A2-E65A-4206-BB2E-18AE591AA9DB}" dt="2021-11-12T04:16:40.770" v="0" actId="1076"/>
      <pc:docMkLst>
        <pc:docMk/>
      </pc:docMkLst>
      <pc:sldChg chg="modSp">
        <pc:chgData name="Korinek, Adam" userId="S::korineaj@rose-hulman.edu::a98ddd77-be9c-4186-9ea9-5e52026b75b2" providerId="AD" clId="Web-{29AC49A2-E65A-4206-BB2E-18AE591AA9DB}" dt="2021-11-12T04:16:40.770" v="0" actId="1076"/>
        <pc:sldMkLst>
          <pc:docMk/>
          <pc:sldMk cId="1870994908" sldId="292"/>
        </pc:sldMkLst>
        <pc:picChg chg="mod">
          <ac:chgData name="Korinek, Adam" userId="S::korineaj@rose-hulman.edu::a98ddd77-be9c-4186-9ea9-5e52026b75b2" providerId="AD" clId="Web-{29AC49A2-E65A-4206-BB2E-18AE591AA9DB}" dt="2021-11-12T04:16:40.770" v="0" actId="1076"/>
          <ac:picMkLst>
            <pc:docMk/>
            <pc:sldMk cId="1870994908" sldId="292"/>
            <ac:picMk id="2" creationId="{00000000-0000-0000-0000-000000000000}"/>
          </ac:picMkLst>
        </pc:picChg>
      </pc:sldChg>
    </pc:docChg>
  </pc:docChgLst>
  <pc:docChgLst>
    <pc:chgData name="Yoder, Jason" userId="28f4d4d8-da04-4f86-b14d-a21675737bc5" providerId="ADAL" clId="{D6B8764C-DDFE-4B59-92D2-170554A44B2A}"/>
    <pc:docChg chg="custSel addSld delSld modSld sldOrd">
      <pc:chgData name="Yoder, Jason" userId="28f4d4d8-da04-4f86-b14d-a21675737bc5" providerId="ADAL" clId="{D6B8764C-DDFE-4B59-92D2-170554A44B2A}" dt="2023-11-06T13:40:19.527" v="566" actId="1076"/>
      <pc:docMkLst>
        <pc:docMk/>
      </pc:docMkLst>
      <pc:sldChg chg="modNotesTx">
        <pc:chgData name="Yoder, Jason" userId="28f4d4d8-da04-4f86-b14d-a21675737bc5" providerId="ADAL" clId="{D6B8764C-DDFE-4B59-92D2-170554A44B2A}" dt="2023-11-06T13:39:53.603" v="562" actId="6549"/>
        <pc:sldMkLst>
          <pc:docMk/>
          <pc:sldMk cId="0" sldId="256"/>
        </pc:sldMkLst>
      </pc:sldChg>
      <pc:sldChg chg="ord">
        <pc:chgData name="Yoder, Jason" userId="28f4d4d8-da04-4f86-b14d-a21675737bc5" providerId="ADAL" clId="{D6B8764C-DDFE-4B59-92D2-170554A44B2A}" dt="2023-11-06T13:39:40.637" v="561"/>
        <pc:sldMkLst>
          <pc:docMk/>
          <pc:sldMk cId="1870994908" sldId="292"/>
        </pc:sldMkLst>
      </pc:sldChg>
      <pc:sldChg chg="modSp mod">
        <pc:chgData name="Yoder, Jason" userId="28f4d4d8-da04-4f86-b14d-a21675737bc5" providerId="ADAL" clId="{D6B8764C-DDFE-4B59-92D2-170554A44B2A}" dt="2023-11-06T13:40:19.527" v="566" actId="1076"/>
        <pc:sldMkLst>
          <pc:docMk/>
          <pc:sldMk cId="431315256" sldId="306"/>
        </pc:sldMkLst>
        <pc:spChg chg="mod">
          <ac:chgData name="Yoder, Jason" userId="28f4d4d8-da04-4f86-b14d-a21675737bc5" providerId="ADAL" clId="{D6B8764C-DDFE-4B59-92D2-170554A44B2A}" dt="2023-11-06T13:40:11.784" v="563" actId="1076"/>
          <ac:spMkLst>
            <pc:docMk/>
            <pc:sldMk cId="431315256" sldId="306"/>
            <ac:spMk id="127" creationId="{00000000-0000-0000-0000-000000000000}"/>
          </ac:spMkLst>
        </pc:spChg>
        <pc:spChg chg="mod">
          <ac:chgData name="Yoder, Jason" userId="28f4d4d8-da04-4f86-b14d-a21675737bc5" providerId="ADAL" clId="{D6B8764C-DDFE-4B59-92D2-170554A44B2A}" dt="2023-11-06T13:40:19.527" v="566" actId="1076"/>
          <ac:spMkLst>
            <pc:docMk/>
            <pc:sldMk cId="431315256" sldId="306"/>
            <ac:spMk id="128" creationId="{00000000-0000-0000-0000-000000000000}"/>
          </ac:spMkLst>
        </pc:spChg>
      </pc:sldChg>
      <pc:sldChg chg="del">
        <pc:chgData name="Yoder, Jason" userId="28f4d4d8-da04-4f86-b14d-a21675737bc5" providerId="ADAL" clId="{D6B8764C-DDFE-4B59-92D2-170554A44B2A}" dt="2023-11-06T12:47:42.266" v="129" actId="47"/>
        <pc:sldMkLst>
          <pc:docMk/>
          <pc:sldMk cId="3028748329" sldId="307"/>
        </pc:sldMkLst>
      </pc:sldChg>
      <pc:sldChg chg="addSp modSp new mod">
        <pc:chgData name="Yoder, Jason" userId="28f4d4d8-da04-4f86-b14d-a21675737bc5" providerId="ADAL" clId="{D6B8764C-DDFE-4B59-92D2-170554A44B2A}" dt="2023-11-06T13:39:32.008" v="559" actId="1076"/>
        <pc:sldMkLst>
          <pc:docMk/>
          <pc:sldMk cId="3406555752" sldId="308"/>
        </pc:sldMkLst>
        <pc:spChg chg="add mod">
          <ac:chgData name="Yoder, Jason" userId="28f4d4d8-da04-4f86-b14d-a21675737bc5" providerId="ADAL" clId="{D6B8764C-DDFE-4B59-92D2-170554A44B2A}" dt="2023-11-06T13:39:25.984" v="556" actId="14100"/>
          <ac:spMkLst>
            <pc:docMk/>
            <pc:sldMk cId="3406555752" sldId="308"/>
            <ac:spMk id="8" creationId="{1603417F-1070-891B-9A45-28978BAE31C8}"/>
          </ac:spMkLst>
        </pc:spChg>
        <pc:picChg chg="add mod">
          <ac:chgData name="Yoder, Jason" userId="28f4d4d8-da04-4f86-b14d-a21675737bc5" providerId="ADAL" clId="{D6B8764C-DDFE-4B59-92D2-170554A44B2A}" dt="2023-11-06T13:39:28.718" v="557" actId="1076"/>
          <ac:picMkLst>
            <pc:docMk/>
            <pc:sldMk cId="3406555752" sldId="308"/>
            <ac:picMk id="3" creationId="{0436FEA8-4D46-FF54-2F31-1567F308DACA}"/>
          </ac:picMkLst>
        </pc:picChg>
        <pc:picChg chg="add mod">
          <ac:chgData name="Yoder, Jason" userId="28f4d4d8-da04-4f86-b14d-a21675737bc5" providerId="ADAL" clId="{D6B8764C-DDFE-4B59-92D2-170554A44B2A}" dt="2023-11-06T13:39:30.463" v="558" actId="1076"/>
          <ac:picMkLst>
            <pc:docMk/>
            <pc:sldMk cId="3406555752" sldId="308"/>
            <ac:picMk id="5" creationId="{E1137646-8525-884D-ADBC-7FF1D3AA343E}"/>
          </ac:picMkLst>
        </pc:picChg>
        <pc:picChg chg="add mod">
          <ac:chgData name="Yoder, Jason" userId="28f4d4d8-da04-4f86-b14d-a21675737bc5" providerId="ADAL" clId="{D6B8764C-DDFE-4B59-92D2-170554A44B2A}" dt="2023-11-06T13:39:32.008" v="559" actId="1076"/>
          <ac:picMkLst>
            <pc:docMk/>
            <pc:sldMk cId="3406555752" sldId="308"/>
            <ac:picMk id="7" creationId="{6D5700A5-9342-21BE-AFE4-1D5AA88F6B88}"/>
          </ac:picMkLst>
        </pc:picChg>
      </pc:sldChg>
      <pc:sldChg chg="addSp delSp modSp new mod">
        <pc:chgData name="Yoder, Jason" userId="28f4d4d8-da04-4f86-b14d-a21675737bc5" providerId="ADAL" clId="{D6B8764C-DDFE-4B59-92D2-170554A44B2A}" dt="2023-11-06T13:33:13.552" v="490" actId="1076"/>
        <pc:sldMkLst>
          <pc:docMk/>
          <pc:sldMk cId="2935528160" sldId="309"/>
        </pc:sldMkLst>
        <pc:spChg chg="add mod">
          <ac:chgData name="Yoder, Jason" userId="28f4d4d8-da04-4f86-b14d-a21675737bc5" providerId="ADAL" clId="{D6B8764C-DDFE-4B59-92D2-170554A44B2A}" dt="2023-11-06T13:32:59.658" v="483" actId="403"/>
          <ac:spMkLst>
            <pc:docMk/>
            <pc:sldMk cId="2935528160" sldId="309"/>
            <ac:spMk id="10" creationId="{D2069B77-4B47-477E-8DA5-91037A456C6F}"/>
          </ac:spMkLst>
        </pc:spChg>
        <pc:picChg chg="add mod">
          <ac:chgData name="Yoder, Jason" userId="28f4d4d8-da04-4f86-b14d-a21675737bc5" providerId="ADAL" clId="{D6B8764C-DDFE-4B59-92D2-170554A44B2A}" dt="2023-11-06T12:49:03.789" v="151" actId="208"/>
          <ac:picMkLst>
            <pc:docMk/>
            <pc:sldMk cId="2935528160" sldId="309"/>
            <ac:picMk id="3" creationId="{DD9116A3-6A05-5EEC-387D-78FFAC0D0EA9}"/>
          </ac:picMkLst>
        </pc:picChg>
        <pc:picChg chg="add mod">
          <ac:chgData name="Yoder, Jason" userId="28f4d4d8-da04-4f86-b14d-a21675737bc5" providerId="ADAL" clId="{D6B8764C-DDFE-4B59-92D2-170554A44B2A}" dt="2023-11-06T13:33:13.552" v="490" actId="1076"/>
          <ac:picMkLst>
            <pc:docMk/>
            <pc:sldMk cId="2935528160" sldId="309"/>
            <ac:picMk id="5" creationId="{138D1C31-BFB6-545D-2D91-E7AB2610F17B}"/>
          </ac:picMkLst>
        </pc:picChg>
        <pc:picChg chg="add del mod">
          <ac:chgData name="Yoder, Jason" userId="28f4d4d8-da04-4f86-b14d-a21675737bc5" providerId="ADAL" clId="{D6B8764C-DDFE-4B59-92D2-170554A44B2A}" dt="2023-11-06T12:48:20.987" v="138" actId="478"/>
          <ac:picMkLst>
            <pc:docMk/>
            <pc:sldMk cId="2935528160" sldId="309"/>
            <ac:picMk id="7" creationId="{313C5C53-58BF-A8D7-7159-8EF2AFFFAAC9}"/>
          </ac:picMkLst>
        </pc:picChg>
        <pc:picChg chg="add mod">
          <ac:chgData name="Yoder, Jason" userId="28f4d4d8-da04-4f86-b14d-a21675737bc5" providerId="ADAL" clId="{D6B8764C-DDFE-4B59-92D2-170554A44B2A}" dt="2023-11-06T13:33:12.144" v="489" actId="1076"/>
          <ac:picMkLst>
            <pc:docMk/>
            <pc:sldMk cId="2935528160" sldId="309"/>
            <ac:picMk id="9" creationId="{0F443EA1-945A-C789-C78C-06895D33CF47}"/>
          </ac:picMkLst>
        </pc:picChg>
      </pc:sldChg>
      <pc:sldChg chg="addSp delSp modSp new mod">
        <pc:chgData name="Yoder, Jason" userId="28f4d4d8-da04-4f86-b14d-a21675737bc5" providerId="ADAL" clId="{D6B8764C-DDFE-4B59-92D2-170554A44B2A}" dt="2023-11-06T13:38:16.048" v="496" actId="1076"/>
        <pc:sldMkLst>
          <pc:docMk/>
          <pc:sldMk cId="4044456901" sldId="310"/>
        </pc:sldMkLst>
        <pc:spChg chg="add mod">
          <ac:chgData name="Yoder, Jason" userId="28f4d4d8-da04-4f86-b14d-a21675737bc5" providerId="ADAL" clId="{D6B8764C-DDFE-4B59-92D2-170554A44B2A}" dt="2023-11-06T13:33:06.533" v="488" actId="403"/>
          <ac:spMkLst>
            <pc:docMk/>
            <pc:sldMk cId="4044456901" sldId="310"/>
            <ac:spMk id="6" creationId="{DB3B16B1-F4C9-7A1A-C96B-CC5DB07DB6B1}"/>
          </ac:spMkLst>
        </pc:spChg>
        <pc:picChg chg="add del mod">
          <ac:chgData name="Yoder, Jason" userId="28f4d4d8-da04-4f86-b14d-a21675737bc5" providerId="ADAL" clId="{D6B8764C-DDFE-4B59-92D2-170554A44B2A}" dt="2023-11-06T13:38:02.153" v="492" actId="478"/>
          <ac:picMkLst>
            <pc:docMk/>
            <pc:sldMk cId="4044456901" sldId="310"/>
            <ac:picMk id="3" creationId="{5123D385-19F6-CBAA-209B-1D841E5078CE}"/>
          </ac:picMkLst>
        </pc:picChg>
        <pc:picChg chg="add mod">
          <ac:chgData name="Yoder, Jason" userId="28f4d4d8-da04-4f86-b14d-a21675737bc5" providerId="ADAL" clId="{D6B8764C-DDFE-4B59-92D2-170554A44B2A}" dt="2023-11-06T13:33:59.041" v="491" actId="1076"/>
          <ac:picMkLst>
            <pc:docMk/>
            <pc:sldMk cId="4044456901" sldId="310"/>
            <ac:picMk id="5" creationId="{CA1FB5CE-713A-46BF-597E-904BBD6DB8DD}"/>
          </ac:picMkLst>
        </pc:picChg>
        <pc:picChg chg="add mod">
          <ac:chgData name="Yoder, Jason" userId="28f4d4d8-da04-4f86-b14d-a21675737bc5" providerId="ADAL" clId="{D6B8764C-DDFE-4B59-92D2-170554A44B2A}" dt="2023-11-06T13:38:16.048" v="496" actId="1076"/>
          <ac:picMkLst>
            <pc:docMk/>
            <pc:sldMk cId="4044456901" sldId="310"/>
            <ac:picMk id="8" creationId="{1D5004C5-75AF-A030-5115-67EA33B5EF1A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46" tIns="48324" rIns="96646" bIns="48324" numCol="1" anchor="t" anchorCtr="0" compatLnSpc="1">
            <a:prstTxWarp prst="textNoShape">
              <a:avLst/>
            </a:prstTxWarp>
          </a:bodyPr>
          <a:lstStyle>
            <a:lvl1pPr defTabSz="947738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 bwMode="auto">
          <a:xfrm>
            <a:off x="4144963" y="0"/>
            <a:ext cx="3168650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46" tIns="48324" rIns="96646" bIns="48324" numCol="1" anchor="t" anchorCtr="0" compatLnSpc="1">
            <a:prstTxWarp prst="textNoShape">
              <a:avLst/>
            </a:prstTxWarp>
          </a:bodyPr>
          <a:lstStyle>
            <a:lvl1pPr algn="r" defTabSz="947738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2ABE96EB-93B8-4333-B3AD-220E79B9E6A1}" type="datetimeFigureOut">
              <a:rPr lang="en-US"/>
              <a:pPr>
                <a:defRPr/>
              </a:pPr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0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46" tIns="48324" rIns="96646" bIns="48324" numCol="1" anchor="b" anchorCtr="0" compatLnSpc="1">
            <a:prstTxWarp prst="textNoShape">
              <a:avLst/>
            </a:prstTxWarp>
          </a:bodyPr>
          <a:lstStyle>
            <a:lvl1pPr defTabSz="947738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4144963" y="9118600"/>
            <a:ext cx="3168650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46" tIns="48324" rIns="96646" bIns="48324" numCol="1" anchor="b" anchorCtr="0" compatLnSpc="1">
            <a:prstTxWarp prst="textNoShape">
              <a:avLst/>
            </a:prstTxWarp>
          </a:bodyPr>
          <a:lstStyle>
            <a:lvl1pPr algn="r" defTabSz="947738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22C50AB7-F3AB-4F84-9C79-4836E9A7B3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3416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5T14:25:25.7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 1879 24575,'-1'-1'0,"-1"1"0,1 0 0,0 0 0,0-1 0,-1 1 0,1-1 0,0 1 0,0-1 0,-1 1 0,1-1 0,0 0 0,0 0 0,0 1 0,0-1 0,0 0 0,0 0 0,0 0 0,0 0 0,1 0 0,-1 0 0,0-1 0,0 1 0,1 0 0,-1 0 0,1 0 0,-1-2 0,-9-37 0,9 34 0,-7-61 0,3-1 0,7-127 0,30-55 0,-25 208 0,2-3 0,3 0 0,1 0 0,2 1 0,38-77 0,108-157 0,-131 229 0,8-28 0,-29 56 0,1 1 0,25-38 0,141-189 0,-160 226 0,0 0 0,36-35 0,-89 82 0,-1-1 0,-1-3 0,-81 35 0,85-45 0,-1-1 0,-63 11 0,82-19 0,-42 13 0,57-15 0,-1-1 0,1 1 0,0 0 0,0 0 0,-1 1 0,1-1 0,0 0 0,0 1 0,0-1 0,0 1 0,1 0 0,-1-1 0,0 1 0,1 0 0,-1 0 0,1 0 0,-1 0 0,1 1 0,0-1 0,-1 4 0,1-5 0,1 0 0,0-1 0,0 1 0,0 0 0,0-1 0,0 1 0,0 0 0,0-1 0,0 1 0,0 0 0,0-1 0,1 1 0,-1 0 0,0-1 0,0 1 0,1-1 0,-1 1 0,0 0 0,1-1 0,-1 1 0,0-1 0,1 1 0,-1-1 0,1 1 0,-1-1 0,1 1 0,-1-1 0,1 0 0,0 1 0,24 3 0,27-12 0,-32 1 0,0 1 0,0-2 0,-1-1 0,0 0 0,25-18 0,81-67 0,-21 13 0,-100 79 0,5-5 0,0 1 0,0 1 0,0-1 0,1 2 0,13-6 0,-20 9 0,0 0 0,0 1 0,0-1 0,0 1 0,0 0 0,0 0 0,0 0 0,0 0 0,0 0 0,1 1 0,-1-1 0,0 1 0,0 0 0,0 0 0,-1 0 0,1 0 0,0 1 0,0-1 0,0 1 0,-1 0 0,1-1 0,-1 1 0,4 3 0,9 12 15,-1 0 0,0 1 0,-1 0 0,-1 1 0,0 1 0,-2 0 0,13 31 0,45 155-1500,-48-136-5341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9T14:56:47.45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13003 211,'0'-1,"0"0,0 0,0 0,-1 0,1 1,0-1,-1 0,1 0,-1 0,1 0,-1 0,0 1,1-1,-1 0,0 1,1-1,-1 0,0 1,0-1,0 1,1-1,-1 1,0-1,0 1,0 0,-2-1,-28-6,25 6,-73-7,0 4,-95 6,59 0,-3584 1,1907-5,792 2,790-17,29 0,-93 16,-13 0,197-3,-103-19,84 5,-2 4,-135 1,-1238 16,897-3,519-4,-1-3,-80-18,72 11,-94-6,-352 18,262 5,-471-4,699 3,1 2,-40 8,55-9,-17 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9T14:56:55.25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13254 1,'-307'17,"60"-2,-1011-8,698-10,-10289 3,10817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46" tIns="48324" rIns="96646" bIns="48324" numCol="1" anchor="t" anchorCtr="0" compatLnSpc="1">
            <a:prstTxWarp prst="textNoShape">
              <a:avLst/>
            </a:prstTxWarp>
          </a:bodyPr>
          <a:lstStyle>
            <a:lvl1pPr defTabSz="947738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4143375" y="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46" tIns="48324" rIns="96646" bIns="48324" numCol="1" anchor="t" anchorCtr="0" compatLnSpc="1">
            <a:prstTxWarp prst="textNoShape">
              <a:avLst/>
            </a:prstTxWarp>
          </a:bodyPr>
          <a:lstStyle>
            <a:lvl1pPr algn="r" defTabSz="947738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A1F25F1C-F991-4357-B3D3-F6F5DF2944B9}" type="datetimeFigureOut">
              <a:rPr lang="en-US"/>
              <a:pPr>
                <a:defRPr/>
              </a:pPr>
              <a:t>11/8/2025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1" tIns="46586" rIns="93171" bIns="46586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731838" y="4560888"/>
            <a:ext cx="5851525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46" tIns="48324" rIns="96646" bIns="483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46" tIns="48324" rIns="96646" bIns="48324" numCol="1" anchor="b" anchorCtr="0" compatLnSpc="1">
            <a:prstTxWarp prst="textNoShape">
              <a:avLst/>
            </a:prstTxWarp>
          </a:bodyPr>
          <a:lstStyle>
            <a:lvl1pPr defTabSz="947738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4143375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46" tIns="48324" rIns="96646" bIns="48324" numCol="1" anchor="b" anchorCtr="0" compatLnSpc="1">
            <a:prstTxWarp prst="textNoShape">
              <a:avLst/>
            </a:prstTxWarp>
          </a:bodyPr>
          <a:lstStyle>
            <a:lvl1pPr algn="r" defTabSz="947738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5B2F295C-7880-493E-AD25-F933224B0C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7641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D150887-88A3-49D2-A4D8-539F84EF639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9003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body"/>
          </p:nvPr>
        </p:nvSpPr>
        <p:spPr>
          <a:xfrm>
            <a:off x="688320" y="4415760"/>
            <a:ext cx="5505120" cy="4183200"/>
          </a:xfrm>
          <a:prstGeom prst="rect">
            <a:avLst/>
          </a:prstGeom>
        </p:spPr>
        <p:txBody>
          <a:bodyPr lIns="92520" tIns="46080" rIns="92520" bIns="46080"/>
          <a:lstStyle/>
          <a:p>
            <a:endParaRPr lang="en-US" sz="20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5" name="TextShape 2"/>
          <p:cNvSpPr txBox="1"/>
          <p:nvPr/>
        </p:nvSpPr>
        <p:spPr>
          <a:xfrm>
            <a:off x="3898080" y="8830080"/>
            <a:ext cx="2981880" cy="464400"/>
          </a:xfrm>
          <a:prstGeom prst="rect">
            <a:avLst/>
          </a:prstGeom>
          <a:noFill/>
          <a:ln>
            <a:noFill/>
          </a:ln>
        </p:spPr>
        <p:txBody>
          <a:bodyPr lIns="92520" tIns="46080" rIns="92520" bIns="46080" anchor="b"/>
          <a:lstStyle/>
          <a:p>
            <a:pPr algn="r">
              <a:lnSpc>
                <a:spcPct val="100000"/>
              </a:lnSpc>
            </a:pPr>
            <a:fld id="{FCE78040-63F1-4F82-A624-363802BCAF6A}" type="slidenum"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3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082524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2F295C-7880-493E-AD25-F933224B0C47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0656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2F295C-7880-493E-AD25-F933224B0C47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715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52BEC5E-690C-4AB4-928C-487D416E885B}" type="datetime2">
              <a:rPr lang="en-US" smtClean="0"/>
              <a:pPr>
                <a:defRPr/>
              </a:pPr>
              <a:t>Saturday, November 8,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3D37E3C-A043-4B73-838C-D58D6053CDB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8409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078894-81EE-4018-A8EE-23C473FF1C6A}" type="datetime2">
              <a:rPr lang="en-US" smtClean="0"/>
              <a:pPr>
                <a:defRPr/>
              </a:pPr>
              <a:t>Saturday, November 8,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DBCC7DC-03D2-45BD-B3A5-AC9E21CD83C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703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6EF7AD5-177F-4F9B-8E88-D9E1D5BE506A}" type="datetime2">
              <a:rPr lang="en-US" smtClean="0"/>
              <a:pPr>
                <a:defRPr/>
              </a:pPr>
              <a:t>Saturday, November 8,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FDE133-9EC4-4335-A95D-1D69E08618E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869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917097F-CF2A-49AE-93C9-C3F545CF4066}" type="datetime2">
              <a:rPr lang="en-US" smtClean="0"/>
              <a:pPr>
                <a:defRPr/>
              </a:pPr>
              <a:t>Saturday, November 8,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CA3040-3016-44A1-ACF6-3A02DA6C26B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461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83C7838-DB83-4531-962D-30E1162AF869}" type="datetime2">
              <a:rPr lang="en-US" smtClean="0"/>
              <a:pPr>
                <a:defRPr/>
              </a:pPr>
              <a:t>Saturday, November 8,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71D314A-ED71-4268-96EF-B20E0D3E2D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89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EF0BF7B-5508-4535-9478-38601EDABC17}" type="datetime2">
              <a:rPr lang="en-US" smtClean="0"/>
              <a:pPr>
                <a:defRPr/>
              </a:pPr>
              <a:t>Saturday, November 8,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D35B7DC-99B0-4254-8C8B-52AC0857FBB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749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86A6982-3372-4511-B33E-B75380BE5074}" type="datetime2">
              <a:rPr lang="en-US" smtClean="0"/>
              <a:pPr>
                <a:defRPr/>
              </a:pPr>
              <a:t>Saturday, November 8, 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2550D0-3932-4239-8291-885EA358367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22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0C0E997-7C5F-4BC3-8739-C4F51502AB06}" type="datetime2">
              <a:rPr lang="en-US" smtClean="0"/>
              <a:pPr>
                <a:defRPr/>
              </a:pPr>
              <a:t>Saturday, November 8,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58AD3-D743-4CB8-A92B-A848895543A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696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7189702-0E2B-431B-943A-57ABBCFC436C}" type="datetime2">
              <a:rPr lang="en-US" smtClean="0"/>
              <a:pPr>
                <a:defRPr/>
              </a:pPr>
              <a:t>Saturday, November 8,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1402A0D-B606-42A1-81F2-75B1FEAEAC5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396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45F6F6E-B59B-42D3-858A-F971828370DE}" type="datetime2">
              <a:rPr lang="en-US" smtClean="0"/>
              <a:pPr>
                <a:defRPr/>
              </a:pPr>
              <a:t>Saturday, November 8,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B913C1-8532-4322-B4F1-1D8EF1002E7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607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A4F5E49-06F8-499B-9323-5754E13ADA58}" type="datetime2">
              <a:rPr lang="en-US" smtClean="0"/>
              <a:pPr>
                <a:defRPr/>
              </a:pPr>
              <a:t>Saturday, November 8,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46C02E-11F4-48EA-948B-D1A36FC11C9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2584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ubTitle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968263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66C2C-B81F-3415-C879-AF3837A029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E9C29E-1B24-5A37-1F79-1919D50F70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A036D9-CA46-E4D5-2D34-BAF7E80C4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24116-F216-43F6-B0FD-B31235B02F4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BBD7F-3197-002C-2C6D-EDEFC9BAD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A98E8F-5699-2822-2278-86562E05B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16F81-AF89-4EB4-B5B9-CF46F0E6C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86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0F020-3FC1-0A54-C4F1-72D10F243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A00C6-EACA-6575-11F3-89746A650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E2AA6-ECC2-048B-C83C-93BE6A4CD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24116-F216-43F6-B0FD-B31235B02F4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AADEA-69BD-86D7-B998-4C9CE8458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9C0DE-F0B8-FBAF-5912-87FA4377D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16F81-AF89-4EB4-B5B9-CF46F0E6C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3383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1E8C6-BD79-2513-DCB8-D7076F20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21DD8B-BB2A-89D3-ACFD-5F2B15381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BDBB80-F8F7-C4FE-9C7F-17F7247D7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24116-F216-43F6-B0FD-B31235B02F4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48627-1D20-52B3-5C02-1FC3CE33B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EA5F5-551F-4C85-4F58-C6B97E8CA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16F81-AF89-4EB4-B5B9-CF46F0E6C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8169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8D5B7-1537-882F-FD13-8530A1DEA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1274D-01A1-11B6-2DC0-DD6DF5C11C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C9546C-9C6A-FF50-DCC2-782A267D0A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229F99-8337-96C3-DA1B-B3894E169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24116-F216-43F6-B0FD-B31235B02F4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564B9B-E205-3158-E598-BDBDEF242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DBD9FA-6650-F00D-A327-EED27E0FE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16F81-AF89-4EB4-B5B9-CF46F0E6C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4034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8A709-9857-CE5C-E54B-21ADC652E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D62C52-745D-B3B7-E6F0-3DEEB683CD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6664F6-002B-2388-9B4A-FBC7A3B148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0003AB-0595-BBBF-1F19-75A601A160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5C58A2-3412-E9D5-780C-DC1FEAE6E3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2971CF-84B7-7783-1350-A5134008C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24116-F216-43F6-B0FD-B31235B02F4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081275-CA0E-77C4-8748-D8DCCFF36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D92741-C1F3-C938-A0DB-96D056300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16F81-AF89-4EB4-B5B9-CF46F0E6C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5874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DF0C1-B956-76FD-A47A-10FDB3ECC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E1851E-EDDA-22B4-A295-02ADE0D84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24116-F216-43F6-B0FD-B31235B02F4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32C347-3508-11B6-1474-667D0E47C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2F41E5-B91E-EAC3-4F66-2F96A324A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16F81-AF89-4EB4-B5B9-CF46F0E6C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9390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C56969-E516-C962-69B7-70B940A73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24116-F216-43F6-B0FD-B31235B02F4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9C9405-080B-5B1D-D77C-0837FEDD9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60FBC5-8DFE-B8F2-58C8-C8D3FA7CE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16F81-AF89-4EB4-B5B9-CF46F0E6C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1962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45DD7-27A9-C63A-9085-60A6E5F02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EE8F5-62DF-874C-8E68-E68ACBB11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2E0254-7A32-B7EB-3E9B-419ED3889A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8CDBC7-ECF4-4534-4ABC-F72E774CD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24116-F216-43F6-B0FD-B31235B02F4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C45524-5C67-606D-D7C1-0CBE62759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925CE5-24FC-17EE-C620-83BA924DE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16F81-AF89-4EB4-B5B9-CF46F0E6C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0381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0B7EB-D4A4-2762-19AC-CD9325B8B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2F9724-0FBC-2BDA-F1F7-60D1DB9CCB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338110-5258-41D2-EBD4-AB2DCD98CF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5A0B6-0A71-9C2C-887B-44E41A496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24116-F216-43F6-B0FD-B31235B02F4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53A879-242A-E38C-9E5F-8CCD8001A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518E46-6B66-7C10-A66A-8F20CDDE6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16F81-AF89-4EB4-B5B9-CF46F0E6C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6685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3FB80-C1C6-C27F-6252-C29406834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57B0CE-9676-3CE0-485A-470CA27447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93CA4-23C0-271F-E97C-487B3C0C4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24116-F216-43F6-B0FD-B31235B02F4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ADD4A-3509-8432-E107-E5300EA79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1B5B0-A08B-312D-6656-A2865FD33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16F81-AF89-4EB4-B5B9-CF46F0E6C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271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DAC76D-7B23-E871-C590-CC77FCC3B4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E4BD2A-1898-BA00-4E65-BC46647EF0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D1D78-0FD8-EF51-55BB-3ED3EA54B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24116-F216-43F6-B0FD-B31235B02F4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5661A-9373-952E-24E9-C5CD40C0D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3265C-DE03-9A5A-491F-A3E4172D0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16F81-AF89-4EB4-B5B9-CF46F0E6C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144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0C38C57-B6F6-445D-8181-FCFAEF56C004}" type="datetime2">
              <a:rPr lang="en-US" smtClean="0"/>
              <a:pPr>
                <a:defRPr/>
              </a:pPr>
              <a:t>Saturday, November 8,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7157917-D36D-4A13-993C-40BE610A338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710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40" r:id="rId1"/>
    <p:sldLayoutId id="2147484541" r:id="rId2"/>
    <p:sldLayoutId id="2147484542" r:id="rId3"/>
    <p:sldLayoutId id="2147484543" r:id="rId4"/>
    <p:sldLayoutId id="2147484544" r:id="rId5"/>
    <p:sldLayoutId id="2147484545" r:id="rId6"/>
    <p:sldLayoutId id="2147484546" r:id="rId7"/>
    <p:sldLayoutId id="2147484547" r:id="rId8"/>
    <p:sldLayoutId id="2147484548" r:id="rId9"/>
    <p:sldLayoutId id="2147484549" r:id="rId10"/>
    <p:sldLayoutId id="2147484550" r:id="rId11"/>
    <p:sldLayoutId id="2147484551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C9BA6B-1573-6B3C-CAE9-098067047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13D5D0-0ED2-1785-FA88-B914A9DBC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443DC-747C-EC9E-3A77-327B66CEFB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724116-F216-43F6-B0FD-B31235B02F4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634495-3E9B-17F6-6AC8-E81C1DF9F5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95D057-BAE6-39B4-6905-0E56FB8F01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016F81-AF89-4EB4-B5B9-CF46F0E6C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189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53" r:id="rId1"/>
    <p:sldLayoutId id="2147484554" r:id="rId2"/>
    <p:sldLayoutId id="2147484555" r:id="rId3"/>
    <p:sldLayoutId id="2147484556" r:id="rId4"/>
    <p:sldLayoutId id="2147484557" r:id="rId5"/>
    <p:sldLayoutId id="2147484558" r:id="rId6"/>
    <p:sldLayoutId id="2147484559" r:id="rId7"/>
    <p:sldLayoutId id="2147484560" r:id="rId8"/>
    <p:sldLayoutId id="2147484561" r:id="rId9"/>
    <p:sldLayoutId id="2147484562" r:id="rId10"/>
    <p:sldLayoutId id="214748456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0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customXml" Target="../ink/ink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9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5" Type="http://schemas.openxmlformats.org/officeDocument/2006/relationships/image" Target="../media/image80.png"/><Relationship Id="rId4" Type="http://schemas.openxmlformats.org/officeDocument/2006/relationships/customXml" Target="../ink/ink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ormdev.com/flatlaf/" TargetMode="External"/><Relationship Id="rId2" Type="http://schemas.openxmlformats.org/officeDocument/2006/relationships/hyperlink" Target="https://docs.oracle.com/javase/tutorial/uiswing/lookandfeel/plaf.html" TargetMode="Externa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CSSE 220</a:t>
            </a:r>
          </a:p>
        </p:txBody>
      </p:sp>
      <p:sp>
        <p:nvSpPr>
          <p:cNvPr id="9219" name="Rectang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R="0" eaLnBrk="1" hangingPunct="1">
              <a:lnSpc>
                <a:spcPct val="90000"/>
              </a:lnSpc>
            </a:pPr>
            <a:r>
              <a:rPr lang="en-US" sz="2500" dirty="0"/>
              <a:t>Project Presentation Details</a:t>
            </a:r>
          </a:p>
          <a:p>
            <a:pPr marR="0" eaLnBrk="1" hangingPunct="1">
              <a:lnSpc>
                <a:spcPct val="90000"/>
              </a:lnSpc>
            </a:pPr>
            <a:r>
              <a:rPr lang="en-US" sz="2500" dirty="0"/>
              <a:t>M4 Expectations</a:t>
            </a:r>
          </a:p>
          <a:p>
            <a:pPr marR="0" eaLnBrk="1" hangingPunct="1">
              <a:lnSpc>
                <a:spcPct val="90000"/>
              </a:lnSpc>
            </a:pPr>
            <a:endParaRPr lang="en-US" sz="2500" dirty="0"/>
          </a:p>
          <a:p>
            <a:pPr marR="0" eaLnBrk="1" hangingPunct="1">
              <a:lnSpc>
                <a:spcPct val="90000"/>
              </a:lnSpc>
            </a:pPr>
            <a:endParaRPr lang="en-US" sz="25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4F2CA-7339-ED37-4419-338F792C3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 for the 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31F99-147F-FA62-B82F-F8AF4E3A73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 team member plays a significant role. </a:t>
            </a:r>
          </a:p>
          <a:p>
            <a:r>
              <a:rPr lang="en-US" dirty="0"/>
              <a:t>Confidently &amp; professionally describe your project and results. </a:t>
            </a:r>
          </a:p>
          <a:p>
            <a:r>
              <a:rPr lang="en-US" dirty="0"/>
              <a:t>Demonstrate your project (recording or live). </a:t>
            </a:r>
          </a:p>
          <a:p>
            <a:r>
              <a:rPr lang="en-US" dirty="0"/>
              <a:t>Describe the basic design of your project and discuss the amount of cohesion and coupling in your design.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33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Shape 1"/>
          <p:cNvSpPr txBox="1"/>
          <p:nvPr/>
        </p:nvSpPr>
        <p:spPr>
          <a:xfrm>
            <a:off x="457200" y="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Your Presentations - Specifics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28" name="TextShape 2"/>
          <p:cNvSpPr txBox="1"/>
          <p:nvPr/>
        </p:nvSpPr>
        <p:spPr>
          <a:xfrm>
            <a:off x="0" y="914400"/>
            <a:ext cx="9144000" cy="5410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10</a:t>
            </a:r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minutes long (Rehearse! Aim to be within 60 seconds +/- )</a:t>
            </a: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~4 min. describing and demonstrating your project </a:t>
            </a:r>
          </a:p>
          <a:p>
            <a:pPr marL="800280" lvl="1" indent="-342720">
              <a:buClr>
                <a:srgbClr val="000000"/>
              </a:buClr>
              <a:buFont typeface="Arial"/>
              <a:buChar char="•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Recommended: record a video</a:t>
            </a:r>
          </a:p>
          <a:p>
            <a:pPr marL="800280" lvl="1" indent="-342720">
              <a:buClr>
                <a:srgbClr val="000000"/>
              </a:buClr>
              <a:buFont typeface="Arial"/>
              <a:buChar char="•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Live demo is “acceptable” (but beware Murphy’s law)</a:t>
            </a:r>
          </a:p>
          <a:p>
            <a:pPr marL="800280" lvl="1" indent="-342720">
              <a:buClr>
                <a:srgbClr val="000000"/>
              </a:buClr>
              <a:buFont typeface="Arial"/>
              <a:buChar char="•"/>
            </a:pPr>
            <a:endParaRPr lang="en-US" sz="24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~3 min. 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Explaining your </a:t>
            </a:r>
            <a:r>
              <a:rPr lang="en-US" sz="24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o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verall design </a:t>
            </a:r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(major classes, NOT all)</a:t>
            </a:r>
          </a:p>
          <a:p>
            <a:pPr marL="800280" lvl="1" indent="-342720">
              <a:buClr>
                <a:srgbClr val="000000"/>
              </a:buClr>
              <a:buFont typeface="Arial"/>
              <a:buChar char="•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“Coupling/Cohesion” or other “Good/Bad” aspects of design</a:t>
            </a:r>
          </a:p>
          <a:p>
            <a:pPr marL="800280" lvl="1" indent="-342720">
              <a:buClr>
                <a:srgbClr val="000000"/>
              </a:buClr>
              <a:buFont typeface="Arial"/>
              <a:buChar char="•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Discuss OODPs explicitly in your presentation</a:t>
            </a:r>
          </a:p>
          <a:p>
            <a:pPr marL="800280" lvl="1" indent="-342720">
              <a:buClr>
                <a:srgbClr val="000000"/>
              </a:buClr>
              <a:buFont typeface="Arial"/>
              <a:buChar char="•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OK to say your design is lacking; say what you'd do differently</a:t>
            </a:r>
          </a:p>
          <a:p>
            <a:pPr marL="800280" lvl="1" indent="-342720">
              <a:buClr>
                <a:srgbClr val="000000"/>
              </a:buClr>
              <a:buFont typeface="Arial"/>
              <a:buChar char="•"/>
            </a:pPr>
            <a:endParaRPr lang="en-US" sz="24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343080" indent="-342720"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~3 min. 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Design decision, feature implementation, or tricky bug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Be explicit in stating your “Special Item” (decision/feature/bug)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Be careful about code examples (good – but in moderation)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Be sure to include prepared slides, usually including diagrams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Be sure to </a:t>
            </a:r>
            <a:r>
              <a:rPr lang="en-US" sz="2400" b="1" i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explain</a:t>
            </a: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the item, not just mention it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31315256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3E7D218-1659-7DCA-0DD0-CAC70FC8D8BA}"/>
              </a:ext>
            </a:extLst>
          </p:cNvPr>
          <p:cNvSpPr txBox="1"/>
          <p:nvPr/>
        </p:nvSpPr>
        <p:spPr>
          <a:xfrm>
            <a:off x="417095" y="381000"/>
            <a:ext cx="876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Grandview Display" panose="020B0502040204020203" pitchFamily="34" charset="0"/>
              </a:rPr>
              <a:t>From the project specification document (GARP Spec.)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632357-F1C5-25DA-A008-51A5DFD07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6000"/>
            <a:ext cx="9144000" cy="5842000"/>
          </a:xfrm>
          <a:prstGeom prst="rect">
            <a:avLst/>
          </a:prstGeom>
        </p:spPr>
      </p:pic>
      <p:pic>
        <p:nvPicPr>
          <p:cNvPr id="7" name="Graphic 6" descr="Close with solid fill">
            <a:extLst>
              <a:ext uri="{FF2B5EF4-FFF2-40B4-BE49-F238E27FC236}">
                <a16:creationId xmlns:a16="http://schemas.microsoft.com/office/drawing/2014/main" id="{62DC9445-2F48-52A5-D80F-238A740EE1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57400" y="1447800"/>
            <a:ext cx="381000" cy="381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BF1530D-4211-3034-6238-0C30C6CEABC0}"/>
              </a:ext>
            </a:extLst>
          </p:cNvPr>
          <p:cNvSpPr txBox="1"/>
          <p:nvPr/>
        </p:nvSpPr>
        <p:spPr>
          <a:xfrm>
            <a:off x="2362200" y="1219200"/>
            <a:ext cx="1447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randview" panose="020B0502040204020203" pitchFamily="34" charset="0"/>
              </a:rPr>
              <a:t>9-11 minute</a:t>
            </a:r>
          </a:p>
        </p:txBody>
      </p:sp>
    </p:spTree>
    <p:extLst>
      <p:ext uri="{BB962C8B-B14F-4D97-AF65-F5344CB8AC3E}">
        <p14:creationId xmlns:p14="http://schemas.microsoft.com/office/powerpoint/2010/main" val="2522403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B6169-6339-63B3-F567-AFB532205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rcade Game 2020-02-13 08-33-40">
            <a:hlinkClick r:id="" action="ppaction://media"/>
            <a:extLst>
              <a:ext uri="{FF2B5EF4-FFF2-40B4-BE49-F238E27FC236}">
                <a16:creationId xmlns:a16="http://schemas.microsoft.com/office/drawing/2014/main" id="{282683AA-E55F-FF65-453C-6819C6882FD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580223" y="1738845"/>
            <a:ext cx="4800600" cy="453025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6DC13A9-DE97-0AC1-D924-D4F1F1E5C942}"/>
              </a:ext>
            </a:extLst>
          </p:cNvPr>
          <p:cNvSpPr/>
          <p:nvPr/>
        </p:nvSpPr>
        <p:spPr>
          <a:xfrm>
            <a:off x="223381" y="5678830"/>
            <a:ext cx="8686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Press Print Screen</a:t>
            </a:r>
          </a:p>
          <a:p>
            <a:r>
              <a:rPr lang="en-US" dirty="0"/>
              <a:t>Or</a:t>
            </a:r>
          </a:p>
          <a:p>
            <a:r>
              <a:rPr lang="en-US" dirty="0"/>
              <a:t>Window + Shift + S</a:t>
            </a:r>
          </a:p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8B4C04-27B3-06D5-B60B-DBA83100F6A8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71596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3600" dirty="0"/>
              <a:t>How to Make Screen Recordings </a:t>
            </a:r>
            <a:br>
              <a:rPr lang="en-US" sz="3600" dirty="0"/>
            </a:br>
            <a:r>
              <a:rPr lang="en-US" sz="3600" dirty="0"/>
              <a:t>(Windows 11)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1DFA1A-C871-4348-C049-8800CD17C6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3114" y="164696"/>
            <a:ext cx="1333686" cy="65731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F320072-A44E-5496-2EDE-F002A0D6C1A9}"/>
                  </a:ext>
                </a:extLst>
              </p14:cNvPr>
              <p14:cNvContentPartPr/>
              <p14:nvPr/>
            </p14:nvContentPartPr>
            <p14:xfrm>
              <a:off x="7876800" y="871449"/>
              <a:ext cx="348840" cy="6764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F320072-A44E-5496-2EDE-F002A0D6C1A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858800" y="853809"/>
                <a:ext cx="384480" cy="712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49084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9116A3-6A05-5EEC-387D-78FFAC0D0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017" y="923416"/>
            <a:ext cx="6620799" cy="182905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38D1C31-BFB6-545D-2D91-E7AB2610F1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113" y="4895597"/>
            <a:ext cx="4658375" cy="181000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443EA1-945A-C789-C78C-06895D33CF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113" y="2957128"/>
            <a:ext cx="5287113" cy="17814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2069B77-4B47-477E-8DA5-91037A456C6F}"/>
              </a:ext>
            </a:extLst>
          </p:cNvPr>
          <p:cNvSpPr txBox="1"/>
          <p:nvPr/>
        </p:nvSpPr>
        <p:spPr>
          <a:xfrm>
            <a:off x="607017" y="152400"/>
            <a:ext cx="75463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Rubric for Scoring Presentations</a:t>
            </a:r>
          </a:p>
        </p:txBody>
      </p:sp>
    </p:spTree>
    <p:extLst>
      <p:ext uri="{BB962C8B-B14F-4D97-AF65-F5344CB8AC3E}">
        <p14:creationId xmlns:p14="http://schemas.microsoft.com/office/powerpoint/2010/main" val="2935528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A1FB5CE-713A-46BF-597E-904BBD6DB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783" y="4114800"/>
            <a:ext cx="8259328" cy="20672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3B16B1-F4C9-7A1A-C96B-CC5DB07DB6B1}"/>
              </a:ext>
            </a:extLst>
          </p:cNvPr>
          <p:cNvSpPr txBox="1"/>
          <p:nvPr/>
        </p:nvSpPr>
        <p:spPr>
          <a:xfrm>
            <a:off x="607017" y="152400"/>
            <a:ext cx="75463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Rubric for Scoring Presentations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5004C5-75AF-A030-5115-67EA33B5EF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783" y="1524000"/>
            <a:ext cx="7230484" cy="2219635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1005306-429A-3711-102E-66ADD884BD1B}"/>
                  </a:ext>
                </a:extLst>
              </p14:cNvPr>
              <p14:cNvContentPartPr/>
              <p14:nvPr/>
            </p14:nvContentPartPr>
            <p14:xfrm>
              <a:off x="391601" y="1627294"/>
              <a:ext cx="4681440" cy="76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1005306-429A-3711-102E-66ADD884BD1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7601" y="1519294"/>
                <a:ext cx="478908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00C26B0-5809-7CF1-5A90-7B438F28FBF1}"/>
                  </a:ext>
                </a:extLst>
              </p14:cNvPr>
              <p14:cNvContentPartPr/>
              <p14:nvPr/>
            </p14:nvContentPartPr>
            <p14:xfrm>
              <a:off x="514361" y="4295614"/>
              <a:ext cx="4771800" cy="144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00C26B0-5809-7CF1-5A90-7B438F28FBF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60721" y="4187974"/>
                <a:ext cx="4879440" cy="230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44456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603417F-1070-891B-9A45-28978BAE31C8}"/>
              </a:ext>
            </a:extLst>
          </p:cNvPr>
          <p:cNvSpPr txBox="1"/>
          <p:nvPr/>
        </p:nvSpPr>
        <p:spPr>
          <a:xfrm>
            <a:off x="1029486" y="609600"/>
            <a:ext cx="69715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Student Voted Awards!</a:t>
            </a:r>
          </a:p>
          <a:p>
            <a:endParaRPr lang="en-US" sz="3600" dirty="0"/>
          </a:p>
        </p:txBody>
      </p:sp>
      <p:sp>
        <p:nvSpPr>
          <p:cNvPr id="4" name="TextShape 2">
            <a:extLst>
              <a:ext uri="{FF2B5EF4-FFF2-40B4-BE49-F238E27FC236}">
                <a16:creationId xmlns:a16="http://schemas.microsoft.com/office/drawing/2014/main" id="{7FFCBDFD-5C17-9DB3-F2C5-2942A5FBF67A}"/>
              </a:ext>
            </a:extLst>
          </p:cNvPr>
          <p:cNvSpPr txBox="1"/>
          <p:nvPr/>
        </p:nvSpPr>
        <p:spPr>
          <a:xfrm>
            <a:off x="629043" y="2052682"/>
            <a:ext cx="7885914" cy="275263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Best Art/Visuals/Sound Effects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Best OODP Discussion</a:t>
            </a: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endParaRPr lang="en-US" sz="24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Best Technical Explanation </a:t>
            </a:r>
            <a:b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</a:br>
            <a:r>
              <a:rPr lang="en-US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(of design decision, feature implementation, or tricky bug)</a:t>
            </a:r>
          </a:p>
        </p:txBody>
      </p:sp>
    </p:spTree>
    <p:extLst>
      <p:ext uri="{BB962C8B-B14F-4D97-AF65-F5344CB8AC3E}">
        <p14:creationId xmlns:p14="http://schemas.microsoft.com/office/powerpoint/2010/main" val="3406555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1480413-AB5F-B96B-DFA4-98D86392BEE3}"/>
              </a:ext>
            </a:extLst>
          </p:cNvPr>
          <p:cNvSpPr txBox="1"/>
          <p:nvPr/>
        </p:nvSpPr>
        <p:spPr>
          <a:xfrm>
            <a:off x="304800" y="234968"/>
            <a:ext cx="84582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dirty="0"/>
              <a:t>Submit Draft of Slides </a:t>
            </a:r>
            <a:br>
              <a:rPr lang="en-US" sz="4400" dirty="0"/>
            </a:br>
            <a:r>
              <a:rPr lang="en-US" sz="4400" dirty="0"/>
              <a:t>in </a:t>
            </a:r>
            <a:r>
              <a:rPr lang="en-US" sz="4400" dirty="0" err="1"/>
              <a:t>Gradescope</a:t>
            </a:r>
            <a:r>
              <a:rPr lang="en-US" sz="4400" dirty="0"/>
              <a:t> </a:t>
            </a:r>
            <a:br>
              <a:rPr lang="en-US" sz="4400" dirty="0"/>
            </a:br>
            <a:r>
              <a:rPr lang="en-US" sz="4400" dirty="0"/>
              <a:t>by Wednesday, 5 p.m.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4F7B86-6206-04DE-693D-99B09ED9F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6826" y="2504639"/>
            <a:ext cx="4030347" cy="4291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900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92CD0-DDBC-F9B5-B04B-5564A17E0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M4 Expectations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66357-6B4A-6433-6B61-52ADA74A7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5257800"/>
          </a:xfrm>
        </p:spPr>
        <p:txBody>
          <a:bodyPr>
            <a:normAutofit/>
          </a:bodyPr>
          <a:lstStyle/>
          <a:p>
            <a:r>
              <a:rPr lang="en-US" dirty="0"/>
              <a:t>Finish core functionality</a:t>
            </a:r>
          </a:p>
          <a:p>
            <a:pPr lvl="1"/>
            <a:r>
              <a:rPr lang="en-US" dirty="0"/>
              <a:t>Discuss with me/TA mentor whether to scale back target features (e.g., 2 enemy types instead of 3)</a:t>
            </a:r>
          </a:p>
          <a:p>
            <a:pPr lvl="1"/>
            <a:r>
              <a:rPr lang="en-US" dirty="0"/>
              <a:t>Review core requirements checklist</a:t>
            </a:r>
          </a:p>
          <a:p>
            <a:r>
              <a:rPr lang="en-US" dirty="0"/>
              <a:t>Add some pizzazz (extra features)</a:t>
            </a:r>
          </a:p>
          <a:p>
            <a:pPr lvl="1"/>
            <a:r>
              <a:rPr lang="en-US" dirty="0"/>
              <a:t>optionally with </a:t>
            </a:r>
            <a:r>
              <a:rPr lang="en-US" dirty="0" err="1"/>
              <a:t>genAI</a:t>
            </a:r>
            <a:r>
              <a:rPr lang="en-US" dirty="0"/>
              <a:t> help</a:t>
            </a:r>
          </a:p>
          <a:p>
            <a:pPr lvl="1"/>
            <a:r>
              <a:rPr lang="en-US" dirty="0"/>
              <a:t>See next slide for reminder of </a:t>
            </a:r>
            <a:r>
              <a:rPr lang="en-US" dirty="0" err="1"/>
              <a:t>genAI</a:t>
            </a:r>
            <a:r>
              <a:rPr lang="en-US" dirty="0"/>
              <a:t> code policy</a:t>
            </a:r>
          </a:p>
          <a:p>
            <a:r>
              <a:rPr lang="en-US" dirty="0"/>
              <a:t>Clean up/refactor codebase</a:t>
            </a:r>
          </a:p>
          <a:p>
            <a:pPr lvl="1"/>
            <a:r>
              <a:rPr lang="en-US" dirty="0"/>
              <a:t>Remove commented-out/unused code</a:t>
            </a:r>
          </a:p>
          <a:p>
            <a:pPr lvl="1"/>
            <a:r>
              <a:rPr lang="en-US" dirty="0"/>
              <a:t>Add </a:t>
            </a:r>
            <a:r>
              <a:rPr lang="en-US" dirty="0" err="1"/>
              <a:t>Javadocs</a:t>
            </a:r>
            <a:r>
              <a:rPr lang="en-US" dirty="0"/>
              <a:t>, fix OODP violations, etc.</a:t>
            </a:r>
          </a:p>
        </p:txBody>
      </p:sp>
    </p:spTree>
    <p:extLst>
      <p:ext uri="{BB962C8B-B14F-4D97-AF65-F5344CB8AC3E}">
        <p14:creationId xmlns:p14="http://schemas.microsoft.com/office/powerpoint/2010/main" val="13008269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4EFF8-025F-ECEA-70C4-5753389FC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2D059-18D8-CD17-F633-62E72DC9C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randview Display" panose="020B0502040204020203" pitchFamily="34" charset="0"/>
              </a:rPr>
              <a:t>GenAI 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F00D3-A1DC-D9DF-DF6B-82BF695153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26469"/>
            <a:ext cx="8183880" cy="3263504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Grandview" panose="020B0502040204020203" pitchFamily="34" charset="0"/>
              </a:rPr>
              <a:t>Sense of craftsmanship, ownership, agency</a:t>
            </a:r>
          </a:p>
          <a:p>
            <a:pPr lvl="1"/>
            <a:r>
              <a:rPr lang="en-US" dirty="0">
                <a:latin typeface="Grandview" panose="020B0502040204020203" pitchFamily="34" charset="0"/>
              </a:rPr>
              <a:t>“We built this” vs. “we told Claude to build this”</a:t>
            </a:r>
          </a:p>
          <a:p>
            <a:r>
              <a:rPr lang="en-US" dirty="0">
                <a:latin typeface="Grandview" panose="020B0502040204020203" pitchFamily="34" charset="0"/>
              </a:rPr>
              <a:t>Limited use allowed in Milestone 4 when adding extra features:</a:t>
            </a:r>
          </a:p>
          <a:p>
            <a:pPr lvl="1"/>
            <a:r>
              <a:rPr lang="en-US" dirty="0">
                <a:latin typeface="Grandview" panose="020B0502040204020203" pitchFamily="34" charset="0"/>
              </a:rPr>
              <a:t>Search for how to do new things, like add animations </a:t>
            </a:r>
          </a:p>
          <a:p>
            <a:pPr lvl="1"/>
            <a:r>
              <a:rPr lang="en-US" dirty="0">
                <a:latin typeface="Grandview" panose="020B0502040204020203" pitchFamily="34" charset="0"/>
              </a:rPr>
              <a:t>Generate </a:t>
            </a:r>
            <a:r>
              <a:rPr lang="en-US" b="1" i="1" dirty="0">
                <a:latin typeface="Grandview" panose="020B0502040204020203" pitchFamily="34" charset="0"/>
              </a:rPr>
              <a:t>small</a:t>
            </a:r>
            <a:r>
              <a:rPr lang="en-US" dirty="0">
                <a:latin typeface="Grandview" panose="020B0502040204020203" pitchFamily="34" charset="0"/>
              </a:rPr>
              <a:t> code snippets</a:t>
            </a:r>
          </a:p>
          <a:p>
            <a:r>
              <a:rPr lang="en-US" dirty="0">
                <a:latin typeface="Grandview" panose="020B0502040204020203" pitchFamily="34" charset="0"/>
              </a:rPr>
              <a:t>For any </a:t>
            </a:r>
            <a:r>
              <a:rPr lang="en-US" dirty="0" err="1">
                <a:latin typeface="Grandview" panose="020B0502040204020203" pitchFamily="34" charset="0"/>
              </a:rPr>
              <a:t>genAI</a:t>
            </a:r>
            <a:r>
              <a:rPr lang="en-US" dirty="0">
                <a:latin typeface="Grandview" panose="020B0502040204020203" pitchFamily="34" charset="0"/>
              </a:rPr>
              <a:t> use in M4, MUST clearly indicate any and all </a:t>
            </a:r>
            <a:r>
              <a:rPr lang="en-US" dirty="0" err="1">
                <a:latin typeface="Grandview" panose="020B0502040204020203" pitchFamily="34" charset="0"/>
              </a:rPr>
              <a:t>genAI</a:t>
            </a:r>
            <a:r>
              <a:rPr lang="en-US" dirty="0">
                <a:latin typeface="Grandview" panose="020B0502040204020203" pitchFamily="34" charset="0"/>
              </a:rPr>
              <a:t>-produced/</a:t>
            </a:r>
            <a:r>
              <a:rPr lang="en-US" dirty="0" err="1">
                <a:latin typeface="Grandview" panose="020B0502040204020203" pitchFamily="34" charset="0"/>
              </a:rPr>
              <a:t>genAI</a:t>
            </a:r>
            <a:r>
              <a:rPr lang="en-US" dirty="0">
                <a:latin typeface="Grandview" panose="020B0502040204020203" pitchFamily="34" charset="0"/>
              </a:rPr>
              <a:t>-assisted code</a:t>
            </a:r>
          </a:p>
          <a:p>
            <a:pPr lvl="1"/>
            <a:r>
              <a:rPr lang="en-US" dirty="0">
                <a:latin typeface="Grandview" panose="020B0502040204020203" pitchFamily="34" charset="0"/>
              </a:rPr>
              <a:t>Comments before/after: </a:t>
            </a:r>
            <a:br>
              <a:rPr lang="en-US" dirty="0">
                <a:latin typeface="Grandview" panose="020B0502040204020203" pitchFamily="34" charset="0"/>
              </a:rPr>
            </a:br>
            <a:r>
              <a:rPr lang="en-US" dirty="0">
                <a:latin typeface="Consolas" panose="020B0609020204030204" pitchFamily="49" charset="0"/>
              </a:rPr>
              <a:t>// START of </a:t>
            </a:r>
            <a:r>
              <a:rPr lang="en-US" dirty="0" err="1">
                <a:latin typeface="Consolas" panose="020B0609020204030204" pitchFamily="49" charset="0"/>
              </a:rPr>
              <a:t>genAI</a:t>
            </a:r>
            <a:r>
              <a:rPr lang="en-US" dirty="0">
                <a:latin typeface="Consolas" panose="020B0609020204030204" pitchFamily="49" charset="0"/>
              </a:rPr>
              <a:t>-assisted code: [link to conversation]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...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// END of </a:t>
            </a:r>
            <a:r>
              <a:rPr lang="en-US" dirty="0" err="1">
                <a:latin typeface="Consolas" panose="020B0609020204030204" pitchFamily="49" charset="0"/>
              </a:rPr>
              <a:t>genAI</a:t>
            </a:r>
            <a:r>
              <a:rPr lang="en-US" dirty="0">
                <a:latin typeface="Consolas" panose="020B0609020204030204" pitchFamily="49" charset="0"/>
              </a:rPr>
              <a:t>-assisted code</a:t>
            </a:r>
            <a:endParaRPr lang="en-US" dirty="0">
              <a:latin typeface="Grandview" panose="020B0502040204020203" pitchFamily="34" charset="0"/>
            </a:endParaRPr>
          </a:p>
          <a:p>
            <a:endParaRPr lang="en-US" dirty="0">
              <a:latin typeface="Grandview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3296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9B46F-D247-FA98-7BD9-6E0B91B66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0A486-8391-41CA-D895-693F1FB33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randview Display" panose="020B0502040204020203" pitchFamily="34" charset="0"/>
              </a:rPr>
              <a:t>Some ideas for pizzazz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520C9-EBC5-FC06-4C78-0779206DF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26469"/>
            <a:ext cx="8183880" cy="3263504"/>
          </a:xfrm>
        </p:spPr>
        <p:txBody>
          <a:bodyPr>
            <a:normAutofit/>
          </a:bodyPr>
          <a:lstStyle/>
          <a:p>
            <a:r>
              <a:rPr lang="en-US" dirty="0">
                <a:latin typeface="Grandview" panose="020B0502040204020203" pitchFamily="34" charset="0"/>
              </a:rPr>
              <a:t>Add a help/about screen (e.g., </a:t>
            </a:r>
            <a:r>
              <a:rPr lang="en-US" dirty="0" err="1">
                <a:latin typeface="Grandview" panose="020B0502040204020203" pitchFamily="34" charset="0"/>
              </a:rPr>
              <a:t>JFrame</a:t>
            </a:r>
            <a:r>
              <a:rPr lang="en-US" dirty="0">
                <a:latin typeface="Grandview" panose="020B0502040204020203" pitchFamily="34" charset="0"/>
              </a:rPr>
              <a:t> pop-up when you press F1) with usage instructions, controls, credits, etc.</a:t>
            </a:r>
          </a:p>
          <a:p>
            <a:r>
              <a:rPr lang="en-US" dirty="0">
                <a:latin typeface="Grandview" panose="020B0502040204020203" pitchFamily="34" charset="0"/>
              </a:rPr>
              <a:t>Add a leaderboard (enter name/initials) </a:t>
            </a:r>
          </a:p>
          <a:p>
            <a:r>
              <a:rPr lang="en-US" dirty="0">
                <a:latin typeface="Grandview" panose="020B0502040204020203" pitchFamily="34" charset="0"/>
              </a:rPr>
              <a:t>Allow the user to change key bindings, saved in a text/csv file</a:t>
            </a:r>
          </a:p>
          <a:p>
            <a:r>
              <a:rPr lang="en-US" dirty="0">
                <a:latin typeface="Grandview" panose="020B0502040204020203" pitchFamily="34" charset="0"/>
              </a:rPr>
              <a:t>Change the </a:t>
            </a:r>
            <a:r>
              <a:rPr lang="en-US" dirty="0">
                <a:latin typeface="Grandview" panose="020B0502040204020203" pitchFamily="34" charset="0"/>
                <a:hlinkClick r:id="rId2"/>
              </a:rPr>
              <a:t>Swing Look and Feel</a:t>
            </a:r>
            <a:r>
              <a:rPr lang="en-US" dirty="0">
                <a:latin typeface="Grandview" panose="020B0502040204020203" pitchFamily="34" charset="0"/>
              </a:rPr>
              <a:t> (e.g., to </a:t>
            </a:r>
            <a:r>
              <a:rPr lang="en-US" dirty="0" err="1">
                <a:latin typeface="Grandview" panose="020B0502040204020203" pitchFamily="34" charset="0"/>
                <a:hlinkClick r:id="rId3"/>
              </a:rPr>
              <a:t>FlatLaf</a:t>
            </a:r>
            <a:r>
              <a:rPr lang="en-US" dirty="0">
                <a:latin typeface="Grandview" panose="020B0502040204020203" pitchFamily="34" charset="0"/>
              </a:rPr>
              <a:t>, similar to what IntelliJ uses)</a:t>
            </a:r>
          </a:p>
          <a:p>
            <a:r>
              <a:rPr lang="en-US" dirty="0">
                <a:latin typeface="Grandview" panose="020B0502040204020203" pitchFamily="34" charset="0"/>
              </a:rPr>
              <a:t>Add sprites/animations/sound effects</a:t>
            </a:r>
          </a:p>
          <a:p>
            <a:pPr lvl="1"/>
            <a:r>
              <a:rPr lang="en-US" dirty="0">
                <a:latin typeface="Grandview" panose="020B0502040204020203" pitchFamily="34" charset="0"/>
              </a:rPr>
              <a:t>Make sure to clearly cite sources if not original</a:t>
            </a:r>
          </a:p>
          <a:p>
            <a:endParaRPr lang="en-US" dirty="0">
              <a:latin typeface="Grandview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6827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570BCAAD2E4294F9443DCB038A55380" ma:contentTypeVersion="10" ma:contentTypeDescription="Create a new document." ma:contentTypeScope="" ma:versionID="84c2e02ee7a0dfaa743622fbac484332">
  <xsd:schema xmlns:xsd="http://www.w3.org/2001/XMLSchema" xmlns:xs="http://www.w3.org/2001/XMLSchema" xmlns:p="http://schemas.microsoft.com/office/2006/metadata/properties" xmlns:ns2="201674f6-2bdd-4f13-ba1e-424e4aa70473" targetNamespace="http://schemas.microsoft.com/office/2006/metadata/properties" ma:root="true" ma:fieldsID="0b220e6722f2c0d473d2d30e5cad202c" ns2:_="">
    <xsd:import namespace="201674f6-2bdd-4f13-ba1e-424e4aa704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1674f6-2bdd-4f13-ba1e-424e4aa704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28C6DB0-E394-4716-8A88-640DCE32C47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31E615B-9BF8-44EF-B5F8-16FB7279F03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8C3AD53-5499-47B7-8C35-C4D274E6F6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01674f6-2bdd-4f13-ba1e-424e4aa7047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11212</TotalTime>
  <Words>554</Words>
  <Application>Microsoft Office PowerPoint</Application>
  <PresentationFormat>On-screen Show (4:3)</PresentationFormat>
  <Paragraphs>69</Paragraphs>
  <Slides>12</Slides>
  <Notes>4</Notes>
  <HiddenSlides>0</HiddenSlides>
  <MMClips>1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Consolas</vt:lpstr>
      <vt:lpstr>Grandview</vt:lpstr>
      <vt:lpstr>Grandview Display</vt:lpstr>
      <vt:lpstr>Symbol</vt:lpstr>
      <vt:lpstr>Times New Roman</vt:lpstr>
      <vt:lpstr>Office Theme</vt:lpstr>
      <vt:lpstr>1_Office Theme</vt:lpstr>
      <vt:lpstr>CSSE 220</vt:lpstr>
      <vt:lpstr>Goals for the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M4 Expectations</vt:lpstr>
      <vt:lpstr>GenAI Use</vt:lpstr>
      <vt:lpstr>Some ideas for pizzazz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Curtis Clifton</dc:creator>
  <cp:lastModifiedBy>Ludden, Ian</cp:lastModifiedBy>
  <cp:revision>975</cp:revision>
  <cp:lastPrinted>2008-10-29T02:15:06Z</cp:lastPrinted>
  <dcterms:created xsi:type="dcterms:W3CDTF">2011-01-13T14:36:30Z</dcterms:created>
  <dcterms:modified xsi:type="dcterms:W3CDTF">2025-11-08T22:17:26Z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TC101671231033</vt:lpwstr>
  </property>
  <property fmtid="{D5CDD505-2E9C-101B-9397-08002B2CF9AE}" pid="3" name="ContentTypeId">
    <vt:lpwstr>0x0101001570BCAAD2E4294F9443DCB038A55380</vt:lpwstr>
  </property>
</Properties>
</file>
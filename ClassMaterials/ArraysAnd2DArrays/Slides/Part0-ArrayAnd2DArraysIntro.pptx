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20" r:id="rId2"/>
    <p:sldId id="384" r:id="rId3"/>
    <p:sldId id="314" r:id="rId4"/>
    <p:sldId id="383" r:id="rId5"/>
    <p:sldId id="307" r:id="rId6"/>
    <p:sldId id="309" r:id="rId7"/>
    <p:sldId id="305" r:id="rId8"/>
    <p:sldId id="308" r:id="rId9"/>
    <p:sldId id="306" r:id="rId10"/>
    <p:sldId id="260" r:id="rId11"/>
    <p:sldId id="296" r:id="rId12"/>
    <p:sldId id="323" r:id="rId13"/>
  </p:sldIdLst>
  <p:sldSz cx="9144000" cy="6858000" type="screen4x3"/>
  <p:notesSz cx="6858000" cy="9144000"/>
  <p:defaultTextStyle>
    <a:lvl1pPr>
      <a:defRPr>
        <a:latin typeface="Calibri"/>
        <a:ea typeface="Calibri"/>
        <a:cs typeface="Calibri"/>
        <a:sym typeface="Calibri"/>
      </a:defRPr>
    </a:lvl1pPr>
    <a:lvl2pPr indent="457200">
      <a:defRPr>
        <a:latin typeface="Calibri"/>
        <a:ea typeface="Calibri"/>
        <a:cs typeface="Calibri"/>
        <a:sym typeface="Calibri"/>
      </a:defRPr>
    </a:lvl2pPr>
    <a:lvl3pPr indent="914400">
      <a:defRPr>
        <a:latin typeface="Calibri"/>
        <a:ea typeface="Calibri"/>
        <a:cs typeface="Calibri"/>
        <a:sym typeface="Calibri"/>
      </a:defRPr>
    </a:lvl3pPr>
    <a:lvl4pPr indent="1371600">
      <a:defRPr>
        <a:latin typeface="Calibri"/>
        <a:ea typeface="Calibri"/>
        <a:cs typeface="Calibri"/>
        <a:sym typeface="Calibri"/>
      </a:defRPr>
    </a:lvl4pPr>
    <a:lvl5pPr indent="1828800">
      <a:defRPr>
        <a:latin typeface="Calibri"/>
        <a:ea typeface="Calibri"/>
        <a:cs typeface="Calibri"/>
        <a:sym typeface="Calibri"/>
      </a:defRPr>
    </a:lvl5pPr>
    <a:lvl6pPr indent="2286000">
      <a:defRPr>
        <a:latin typeface="Calibri"/>
        <a:ea typeface="Calibri"/>
        <a:cs typeface="Calibri"/>
        <a:sym typeface="Calibri"/>
      </a:defRPr>
    </a:lvl6pPr>
    <a:lvl7pPr indent="2743200">
      <a:defRPr>
        <a:latin typeface="Calibri"/>
        <a:ea typeface="Calibri"/>
        <a:cs typeface="Calibri"/>
        <a:sym typeface="Calibri"/>
      </a:defRPr>
    </a:lvl7pPr>
    <a:lvl8pPr indent="3200400">
      <a:defRPr>
        <a:latin typeface="Calibri"/>
        <a:ea typeface="Calibri"/>
        <a:cs typeface="Calibri"/>
        <a:sym typeface="Calibri"/>
      </a:defRPr>
    </a:lvl8pPr>
    <a:lvl9pPr indent="3657600">
      <a:defRPr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CD36A-B4A1-4FF8-949C-9A6B3DE14957}" v="4" dt="2023-11-21T15:26:02.58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85" autoAdjust="0"/>
    <p:restoredTop sz="73129" autoAdjust="0"/>
  </p:normalViewPr>
  <p:slideViewPr>
    <p:cSldViewPr snapToGrid="0">
      <p:cViewPr varScale="1">
        <p:scale>
          <a:sx n="70" d="100"/>
          <a:sy n="70" d="100"/>
        </p:scale>
        <p:origin x="2203" y="4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F44CD36A-B4A1-4FF8-949C-9A6B3DE14957}"/>
    <pc:docChg chg="undo custSel modSld">
      <pc:chgData name="Yoder, Jason" userId="28f4d4d8-da04-4f86-b14d-a21675737bc5" providerId="ADAL" clId="{F44CD36A-B4A1-4FF8-949C-9A6B3DE14957}" dt="2023-11-21T15:29:36.237" v="151" actId="1076"/>
      <pc:docMkLst>
        <pc:docMk/>
      </pc:docMkLst>
      <pc:sldChg chg="addSp delSp modSp mod">
        <pc:chgData name="Yoder, Jason" userId="28f4d4d8-da04-4f86-b14d-a21675737bc5" providerId="ADAL" clId="{F44CD36A-B4A1-4FF8-949C-9A6B3DE14957}" dt="2023-11-21T15:26:30.575" v="52" actId="14100"/>
        <pc:sldMkLst>
          <pc:docMk/>
          <pc:sldMk cId="3331710946" sldId="307"/>
        </pc:sldMkLst>
        <pc:grpChg chg="mod">
          <ac:chgData name="Yoder, Jason" userId="28f4d4d8-da04-4f86-b14d-a21675737bc5" providerId="ADAL" clId="{F44CD36A-B4A1-4FF8-949C-9A6B3DE14957}" dt="2023-11-21T15:25:57.414" v="44"/>
          <ac:grpSpMkLst>
            <pc:docMk/>
            <pc:sldMk cId="3331710946" sldId="307"/>
            <ac:grpSpMk id="17" creationId="{725C95F0-F3BC-0BC7-BE2A-C3D5E3123FDE}"/>
          </ac:grpSpMkLst>
        </pc:grpChg>
        <pc:grpChg chg="mod">
          <ac:chgData name="Yoder, Jason" userId="28f4d4d8-da04-4f86-b14d-a21675737bc5" providerId="ADAL" clId="{F44CD36A-B4A1-4FF8-949C-9A6B3DE14957}" dt="2023-11-21T15:26:02.581" v="46"/>
          <ac:grpSpMkLst>
            <pc:docMk/>
            <pc:sldMk cId="3331710946" sldId="307"/>
            <ac:grpSpMk id="19" creationId="{8A034D84-442F-9F7C-4A7F-67993040414A}"/>
          </ac:grpSpMkLst>
        </pc:grpChg>
        <pc:picChg chg="mod">
          <ac:chgData name="Yoder, Jason" userId="28f4d4d8-da04-4f86-b14d-a21675737bc5" providerId="ADAL" clId="{F44CD36A-B4A1-4FF8-949C-9A6B3DE14957}" dt="2023-11-21T15:25:38.534" v="35" actId="1076"/>
          <ac:picMkLst>
            <pc:docMk/>
            <pc:sldMk cId="3331710946" sldId="307"/>
            <ac:picMk id="6" creationId="{6597197A-82BB-DC8C-A7FA-61ED116DFC31}"/>
          </ac:picMkLst>
        </pc:picChg>
        <pc:picChg chg="add del mod">
          <ac:chgData name="Yoder, Jason" userId="28f4d4d8-da04-4f86-b14d-a21675737bc5" providerId="ADAL" clId="{F44CD36A-B4A1-4FF8-949C-9A6B3DE14957}" dt="2023-11-21T15:26:23.941" v="48" actId="478"/>
          <ac:picMkLst>
            <pc:docMk/>
            <pc:sldMk cId="3331710946" sldId="307"/>
            <ac:picMk id="8" creationId="{BC848978-1C11-0671-F0BE-726039FB09BF}"/>
          </ac:picMkLst>
        </pc:picChg>
        <pc:picChg chg="add mod">
          <ac:chgData name="Yoder, Jason" userId="28f4d4d8-da04-4f86-b14d-a21675737bc5" providerId="ADAL" clId="{F44CD36A-B4A1-4FF8-949C-9A6B3DE14957}" dt="2023-11-21T15:25:42.934" v="38" actId="1076"/>
          <ac:picMkLst>
            <pc:docMk/>
            <pc:sldMk cId="3331710946" sldId="307"/>
            <ac:picMk id="13" creationId="{C33B46D3-7A86-168E-9A63-19A6828D6C2A}"/>
          </ac:picMkLst>
        </pc:picChg>
        <pc:picChg chg="add mod">
          <ac:chgData name="Yoder, Jason" userId="28f4d4d8-da04-4f86-b14d-a21675737bc5" providerId="ADAL" clId="{F44CD36A-B4A1-4FF8-949C-9A6B3DE14957}" dt="2023-11-21T15:26:30.575" v="52" actId="14100"/>
          <ac:picMkLst>
            <pc:docMk/>
            <pc:sldMk cId="3331710946" sldId="307"/>
            <ac:picMk id="22" creationId="{6107F3D4-2B41-7805-C2E6-9FE84C1D761C}"/>
          </ac:picMkLst>
        </pc:picChg>
        <pc:inkChg chg="del">
          <ac:chgData name="Yoder, Jason" userId="28f4d4d8-da04-4f86-b14d-a21675737bc5" providerId="ADAL" clId="{F44CD36A-B4A1-4FF8-949C-9A6B3DE14957}" dt="2023-11-21T15:24:58.377" v="22" actId="478"/>
          <ac:inkMkLst>
            <pc:docMk/>
            <pc:sldMk cId="3331710946" sldId="307"/>
            <ac:inkMk id="7" creationId="{9DA27767-F815-135B-5DC6-8167E66F3BC3}"/>
          </ac:inkMkLst>
        </pc:inkChg>
        <pc:inkChg chg="add">
          <ac:chgData name="Yoder, Jason" userId="28f4d4d8-da04-4f86-b14d-a21675737bc5" providerId="ADAL" clId="{F44CD36A-B4A1-4FF8-949C-9A6B3DE14957}" dt="2023-11-21T15:25:09.411" v="27" actId="9405"/>
          <ac:inkMkLst>
            <pc:docMk/>
            <pc:sldMk cId="3331710946" sldId="307"/>
            <ac:inkMk id="9" creationId="{5FD99D51-1927-0F33-F606-4B93F02E62EA}"/>
          </ac:inkMkLst>
        </pc:inkChg>
        <pc:inkChg chg="add del">
          <ac:chgData name="Yoder, Jason" userId="28f4d4d8-da04-4f86-b14d-a21675737bc5" providerId="ADAL" clId="{F44CD36A-B4A1-4FF8-949C-9A6B3DE14957}" dt="2023-11-21T15:25:36.231" v="34" actId="478"/>
          <ac:inkMkLst>
            <pc:docMk/>
            <pc:sldMk cId="3331710946" sldId="307"/>
            <ac:inkMk id="10" creationId="{36983650-4BAD-1058-6998-C1981EFA53DD}"/>
          </ac:inkMkLst>
        </pc:inkChg>
        <pc:inkChg chg="add del">
          <ac:chgData name="Yoder, Jason" userId="28f4d4d8-da04-4f86-b14d-a21675737bc5" providerId="ADAL" clId="{F44CD36A-B4A1-4FF8-949C-9A6B3DE14957}" dt="2023-11-21T15:25:27.408" v="30"/>
          <ac:inkMkLst>
            <pc:docMk/>
            <pc:sldMk cId="3331710946" sldId="307"/>
            <ac:inkMk id="11" creationId="{E8D6F813-70EA-549A-970E-3E2749AA27D8}"/>
          </ac:inkMkLst>
        </pc:inkChg>
        <pc:inkChg chg="add mod">
          <ac:chgData name="Yoder, Jason" userId="28f4d4d8-da04-4f86-b14d-a21675737bc5" providerId="ADAL" clId="{F44CD36A-B4A1-4FF8-949C-9A6B3DE14957}" dt="2023-11-21T15:26:02.581" v="46"/>
          <ac:inkMkLst>
            <pc:docMk/>
            <pc:sldMk cId="3331710946" sldId="307"/>
            <ac:inkMk id="14" creationId="{7C86C8DA-A973-8038-E9A6-FA43E6F71068}"/>
          </ac:inkMkLst>
        </pc:inkChg>
        <pc:inkChg chg="add mod">
          <ac:chgData name="Yoder, Jason" userId="28f4d4d8-da04-4f86-b14d-a21675737bc5" providerId="ADAL" clId="{F44CD36A-B4A1-4FF8-949C-9A6B3DE14957}" dt="2023-11-21T15:26:02.581" v="46"/>
          <ac:inkMkLst>
            <pc:docMk/>
            <pc:sldMk cId="3331710946" sldId="307"/>
            <ac:inkMk id="15" creationId="{48E1CA3C-2C3E-2311-2569-E2843FCFB063}"/>
          </ac:inkMkLst>
        </pc:inkChg>
        <pc:inkChg chg="add del mod">
          <ac:chgData name="Yoder, Jason" userId="28f4d4d8-da04-4f86-b14d-a21675737bc5" providerId="ADAL" clId="{F44CD36A-B4A1-4FF8-949C-9A6B3DE14957}" dt="2023-11-21T15:25:57.414" v="44"/>
          <ac:inkMkLst>
            <pc:docMk/>
            <pc:sldMk cId="3331710946" sldId="307"/>
            <ac:inkMk id="16" creationId="{412017F6-4690-AA65-A985-79DEB1B183D5}"/>
          </ac:inkMkLst>
        </pc:inkChg>
        <pc:inkChg chg="add mod">
          <ac:chgData name="Yoder, Jason" userId="28f4d4d8-da04-4f86-b14d-a21675737bc5" providerId="ADAL" clId="{F44CD36A-B4A1-4FF8-949C-9A6B3DE14957}" dt="2023-11-21T15:26:02.581" v="46"/>
          <ac:inkMkLst>
            <pc:docMk/>
            <pc:sldMk cId="3331710946" sldId="307"/>
            <ac:inkMk id="18" creationId="{17B44EEE-B499-95DB-C836-DD2002DC7897}"/>
          </ac:inkMkLst>
        </pc:inkChg>
        <pc:inkChg chg="add del">
          <ac:chgData name="Yoder, Jason" userId="28f4d4d8-da04-4f86-b14d-a21675737bc5" providerId="ADAL" clId="{F44CD36A-B4A1-4FF8-949C-9A6B3DE14957}" dt="2023-11-21T15:26:26.812" v="49" actId="478"/>
          <ac:inkMkLst>
            <pc:docMk/>
            <pc:sldMk cId="3331710946" sldId="307"/>
            <ac:inkMk id="20" creationId="{DB2F9F85-8D5C-374D-191E-A17F90337BFF}"/>
          </ac:inkMkLst>
        </pc:inkChg>
      </pc:sldChg>
      <pc:sldChg chg="modNotesTx">
        <pc:chgData name="Yoder, Jason" userId="28f4d4d8-da04-4f86-b14d-a21675737bc5" providerId="ADAL" clId="{F44CD36A-B4A1-4FF8-949C-9A6B3DE14957}" dt="2023-11-21T15:26:46.220" v="53" actId="6549"/>
        <pc:sldMkLst>
          <pc:docMk/>
          <pc:sldMk cId="2252869661" sldId="309"/>
        </pc:sldMkLst>
      </pc:sldChg>
      <pc:sldChg chg="addSp modSp mod">
        <pc:chgData name="Yoder, Jason" userId="28f4d4d8-da04-4f86-b14d-a21675737bc5" providerId="ADAL" clId="{F44CD36A-B4A1-4FF8-949C-9A6B3DE14957}" dt="2023-11-21T15:24:20.823" v="21" actId="1076"/>
        <pc:sldMkLst>
          <pc:docMk/>
          <pc:sldMk cId="2727836277" sldId="314"/>
        </pc:sldMkLst>
        <pc:spChg chg="mod">
          <ac:chgData name="Yoder, Jason" userId="28f4d4d8-da04-4f86-b14d-a21675737bc5" providerId="ADAL" clId="{F44CD36A-B4A1-4FF8-949C-9A6B3DE14957}" dt="2023-11-21T15:24:16.855" v="18" actId="14100"/>
          <ac:spMkLst>
            <pc:docMk/>
            <pc:sldMk cId="2727836277" sldId="314"/>
            <ac:spMk id="2" creationId="{00000000-0000-0000-0000-000000000000}"/>
          </ac:spMkLst>
        </pc:spChg>
        <pc:picChg chg="mod">
          <ac:chgData name="Yoder, Jason" userId="28f4d4d8-da04-4f86-b14d-a21675737bc5" providerId="ADAL" clId="{F44CD36A-B4A1-4FF8-949C-9A6B3DE14957}" dt="2023-11-21T15:24:04.639" v="15" actId="1076"/>
          <ac:picMkLst>
            <pc:docMk/>
            <pc:sldMk cId="2727836277" sldId="314"/>
            <ac:picMk id="3" creationId="{08BD184C-BBC1-A144-AFF4-1570A65CC1F9}"/>
          </ac:picMkLst>
        </pc:picChg>
        <pc:picChg chg="mod">
          <ac:chgData name="Yoder, Jason" userId="28f4d4d8-da04-4f86-b14d-a21675737bc5" providerId="ADAL" clId="{F44CD36A-B4A1-4FF8-949C-9A6B3DE14957}" dt="2023-11-21T15:24:04.639" v="15" actId="1076"/>
          <ac:picMkLst>
            <pc:docMk/>
            <pc:sldMk cId="2727836277" sldId="314"/>
            <ac:picMk id="5" creationId="{9CA45D88-F080-DB45-B62E-BE24617423F4}"/>
          </ac:picMkLst>
        </pc:picChg>
        <pc:picChg chg="mod">
          <ac:chgData name="Yoder, Jason" userId="28f4d4d8-da04-4f86-b14d-a21675737bc5" providerId="ADAL" clId="{F44CD36A-B4A1-4FF8-949C-9A6B3DE14957}" dt="2023-11-21T15:24:04.639" v="15" actId="1076"/>
          <ac:picMkLst>
            <pc:docMk/>
            <pc:sldMk cId="2727836277" sldId="314"/>
            <ac:picMk id="6" creationId="{F19077F0-74B5-9D45-A9E7-6C31199AB920}"/>
          </ac:picMkLst>
        </pc:picChg>
        <pc:picChg chg="add mod">
          <ac:chgData name="Yoder, Jason" userId="28f4d4d8-da04-4f86-b14d-a21675737bc5" providerId="ADAL" clId="{F44CD36A-B4A1-4FF8-949C-9A6B3DE14957}" dt="2023-11-21T15:24:20.823" v="21" actId="1076"/>
          <ac:picMkLst>
            <pc:docMk/>
            <pc:sldMk cId="2727836277" sldId="314"/>
            <ac:picMk id="8" creationId="{1C7104A0-D83B-916C-2CCA-BD000C65C2EE}"/>
          </ac:picMkLst>
        </pc:picChg>
        <pc:picChg chg="mod">
          <ac:chgData name="Yoder, Jason" userId="28f4d4d8-da04-4f86-b14d-a21675737bc5" providerId="ADAL" clId="{F44CD36A-B4A1-4FF8-949C-9A6B3DE14957}" dt="2023-11-21T15:24:04.639" v="15" actId="1076"/>
          <ac:picMkLst>
            <pc:docMk/>
            <pc:sldMk cId="2727836277" sldId="314"/>
            <ac:picMk id="10" creationId="{F57A5E86-AEDA-FB43-AC3F-713BAA98F30B}"/>
          </ac:picMkLst>
        </pc:picChg>
      </pc:sldChg>
      <pc:sldChg chg="modSp mod">
        <pc:chgData name="Yoder, Jason" userId="28f4d4d8-da04-4f86-b14d-a21675737bc5" providerId="ADAL" clId="{F44CD36A-B4A1-4FF8-949C-9A6B3DE14957}" dt="2023-11-21T15:29:36.237" v="151" actId="1076"/>
        <pc:sldMkLst>
          <pc:docMk/>
          <pc:sldMk cId="4162952328" sldId="320"/>
        </pc:sldMkLst>
        <pc:spChg chg="mod">
          <ac:chgData name="Yoder, Jason" userId="28f4d4d8-da04-4f86-b14d-a21675737bc5" providerId="ADAL" clId="{F44CD36A-B4A1-4FF8-949C-9A6B3DE14957}" dt="2023-11-21T15:22:37.328" v="9" actId="20577"/>
          <ac:spMkLst>
            <pc:docMk/>
            <pc:sldMk cId="4162952328" sldId="320"/>
            <ac:spMk id="6" creationId="{BD960231-B8F6-142B-43EF-FD81712C31CC}"/>
          </ac:spMkLst>
        </pc:spChg>
        <pc:spChg chg="mod">
          <ac:chgData name="Yoder, Jason" userId="28f4d4d8-da04-4f86-b14d-a21675737bc5" providerId="ADAL" clId="{F44CD36A-B4A1-4FF8-949C-9A6B3DE14957}" dt="2023-11-21T15:29:36.237" v="151" actId="1076"/>
          <ac:spMkLst>
            <pc:docMk/>
            <pc:sldMk cId="4162952328" sldId="320"/>
            <ac:spMk id="9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15:25:09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12 870 24575,'-11'-1'0,"28"0"0,24-2 0,24-8 0,0 4 0,117 1 0,-145 4 0,69-11 0,-48 3 0,16-2 0,-31 5 0,70-4 0,-72 8 0,59-11 0,-51 6 0,19-5 0,-38 7 0,-1 1 0,40-2 0,127 10 0,99-5 0,-208-12 0,-58 8 0,33-2 0,35-6 0,-65 8 0,48-2 0,452 6 0,-266 4 0,-261-2 0,0 0 0,0 0 0,1-1 0,-1 1 0,0-1 0,0 0 0,0-1 0,0 1 0,0-1 0,0 0 0,-1 0 0,9-5 0,-10 4 0,-1 1 0,0 0 0,1-1 0,-1 0 0,0 0 0,0 0 0,-1 0 0,1 0 0,0 0 0,-1 0 0,0 0 0,0-1 0,0 1 0,0 0 0,0-1 0,-1 1 0,0-1 0,1 1 0,-1 0 0,-1-6 0,0-7 0,-1 1 0,-1 0 0,0 0 0,-1 0 0,-1 1 0,0-1 0,-12-22 0,-60-94 0,-98-143 0,173 270 0,0 0 0,0 0 0,-1 1 0,1 0 0,0-1 0,-1 1 0,0 0 0,0 0 0,-5-4 0,30 46 0,133 158 0,-97-130 0,67 104 0,-106-141 0,-9-17 0,-2 0 0,0 1 0,7 15 0,-13-25 0,-1 1 0,1 0 0,-1 0 0,0-1 0,0 1 0,0 0 0,-1 0 0,0 0 0,0 0 0,0 0 0,0 0 0,-1 0 0,0 0 0,-1 5 0,-5 9 0,-1-1 0,0 0 0,-1-1 0,-21 31 0,-57 64 0,45-61 0,5-1 0,17-22 0,-2-1 0,0-1 0,-31 28 0,23-33-1365,5-8-5461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15:25:49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6919 24575,'1'-2'0,"0"0"0,-1 0 0,1 0 0,1 0 0,-1 0 0,0 0 0,0 0 0,1 0 0,-1 1 0,1-1 0,0 0 0,-1 1 0,1 0 0,0-1 0,3-1 0,4-4 0,39-43 0,-2-2 0,76-113 0,-121 163 0,53-74 0,4 3 0,3 2 0,3 2 0,3 4 0,89-68 0,8 12 0,229-191 0,-98 54 0,-66 61 0,391-395 0,-257 229 0,-227 230 0,212-270 0,-16-3 0,-176 220 0,-123 149 0,1 1 0,2 2 0,79-57 0,-86 69 0,-2-2 0,47-51 0,-40 43 0,1 1 0,1 1 0,50-30 0,-10 7 0,-49 33 0,221-155 0,-161 127 0,-63 36 0,0-1 0,-1-1 0,22-17 0,-1-1 0,2 1 0,75-37 0,52-34 0,-136 73 0,-1-2 0,36-40 0,11-11 0,-50 56 0,2 1 0,0 1 0,70-33 0,15-10 0,-30 11 0,-23 17 0,-3-3 0,77-66 0,-48 22 0,77-65 0,-149 135 0,-2 2 0,0-1 0,0-1 0,-2-1 0,0 0 0,0-1 0,22-35 0,65-99 0,-69 105 0,42-74 0,-12 11 0,-37 66 0,-3-2 0,26-60 0,43-104 0,-86 193 0,1 0 0,14-20 0,7-13 0,-29 49 0,0-1 0,0 1 0,-1 0 0,1 0 0,-1-1 0,1 1 0,-1 0 0,1-1 0,-1 1 0,0-1 0,0 1 0,0 0 0,0-1 0,0 1 0,0-1 0,0 1 0,0 0 0,-1-3 0,1 4 0,-1-1 0,0 0 0,1 1 0,-1-1 0,1 0 0,-1 1 0,0-1 0,1 1 0,-1-1 0,0 1 0,0-1 0,0 1 0,1-1 0,-1 1 0,0 0 0,0 0 0,0-1 0,0 1 0,1 0 0,-1 0 0,-1 0 0,-6 0 0,1 0 0,-1 0 0,1 1 0,-1 0 0,-10 4 0,-326 81 0,308-79 0,36-7 0,0 0 0,-1 0 0,1 0 0,0 0 0,0 1 0,0-1 0,0 0 0,0 0 0,0 0 0,0 0 0,-1 0 0,1 0 0,0 0 0,0 0 0,0 0 0,0 0 0,0 0 0,0 0 0,-1 0 0,1 0 0,0 0 0,0 0 0,0 0 0,0 0 0,0 0 0,0 0 0,-1-1 0,1 1 0,0 0 0,0 0 0,0 0 0,0 0 0,0 0 0,0 0 0,0 0 0,0 0 0,0 0 0,-1 0 0,1-1 0,0 1 0,0 0 0,0 0 0,0 0 0,0 0 0,0 0 0,0 0 0,0 0 0,0-1 0,0 1 0,0 0 0,0 0 0,0 0 0,0 0 0,0 0 0,0 0 0,0-1 0,16-10 0,32-11 0,2 2 0,1 2 0,99-21 0,-130 34 0,1 1 0,-1 1 0,36-1 0,-50 4 0,0 0 0,0 0 0,1 1 0,-1 0 0,0 0 0,0 1 0,-1 0 0,1 0 0,0 0 0,0 1 0,-1 0 0,0 0 0,1 0 0,-1 0 0,0 1 0,8 8 0,13 21 0,-1 1 0,-2 1 0,-2 1 0,22 48 0,2 5 0,116 164 0,-147-234-170,-2 0-1,-1 1 0,0 1 1,-2 0-1,0 0 0,-1 1 1,6 28-1,-6-10-6655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15:25:5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24575,'0'10'0,"0"3"-8191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15:26:01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12729 24575,'1'-65'0,"4"0"0,2 0 0,3 1 0,3 0 0,3 1 0,2 1 0,43-96 0,245-459 0,-268 546 0,104-229 0,-46 112 0,94-172 0,-132 263 0,110-142 0,82-55 0,6-8 0,-2-20 0,380-454 0,-253 318-388,-71 80 100,171-201 288,-338 404 0,-19 13-12,177-303-1,54-206-33,-344 648 45,91-172-16,79-163 19,-104 191 253,6 3-1,124-178 0,142-128-254,-306 420 0,-2-3 0,-2-1 0,57-109 0,310-628 0,-353 694 0,235-482 0,-252 499 0,84-129 0,3-8 0,-110 190 0,7-12 0,-1-1 0,-2-1 0,17-64 0,-27 80 0,2 0 0,1 1 0,25-45 0,-23 46 0,16-23 0,2 1 0,2 2 0,73-76 0,-55 64 0,50-69 0,-58 65 0,53-85 0,-68 97 0,-10 18 0,23-51 0,-28 51 0,19-30 0,-18 35 0,20-47 0,-12 20 0,2 1 0,36-56 0,-49 87 0,-8 18 0,-1 0 0,-1-1 0,1 1 0,0-1 0,0 1 0,0-1 0,-1 1 0,1-1 0,-1 0 0,1 1 0,-1-1 0,0 0 0,0 1 0,0-1 0,0 0 0,0 1 0,0-4 0,-1 4 0,1 1 0,-1-1 0,1 0 0,-1 1 0,1-1 0,-1 1 0,0-1 0,1 1 0,-1 0 0,0-1 0,1 1 0,-1 0 0,0-1 0,0 1 0,1 0 0,-1 0 0,0 0 0,0 0 0,1-1 0,-1 1 0,0 0 0,0 0 0,0 0 0,1 1 0,-3-1 0,-7 2 0,-1 1 0,0 0 0,-19 8 0,27-10 0,-49 22 0,-58 36 0,43-21 0,107-54 0,-14 8 0,-1-2 0,40-22 0,-55 26 0,-1 0 0,1 1 0,1 0 0,-1 1 0,1 0 0,0 0 0,0 1 0,17-3 0,-23 6 0,-1-1 0,0 1 0,0 0 0,1 1 0,-1-1 0,0 1 0,0 0 0,0 0 0,0 0 0,0 0 0,0 1 0,0-1 0,0 1 0,0 0 0,0 1 0,-1-1 0,1 0 0,-1 1 0,0 0 0,0 0 0,0 0 0,0 0 0,0 0 0,-1 1 0,4 5 0,8 18 0,-1 0 0,11 33 0,8 20 0,-1-12 14,25 51-1393,-37-85-5447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14:41:18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24575,'0'3'0,"1"0"0,-1 0 0,1 0 0,-1 0 0,1 0 0,0-1 0,0 1 0,0 0 0,1 0 0,-1-1 0,0 1 0,1-1 0,0 1 0,0-1 0,0 0 0,0 0 0,0 0 0,0 0 0,4 3 0,5 3 0,0-1 0,1-1 0,15 7 0,-7-4 0,39 17 0,1-3 0,1-3 0,0-2 0,77 12 0,-94-21 0,-1 1 0,-1 3 0,49 20 0,-64-23 0,0-2 0,0 0 0,0-2 0,1-2 0,34 3 0,6 1 0,127 17 0,284 52 0,-328-45 0,1-7 0,204 8 0,-141-33 0,28 2 0,-107 13 0,7 1 0,40-13 0,139 9 0,471 10 0,-618-23 0,-109 3 0,74 13 0,35 3 0,389-16 0,-293-4 0,-238 2 0,-1-2 0,0-2 0,0-1 0,0-1 0,-1-2 0,0-1 0,0-1 0,54-28 0,-58 26 0,0 1 0,0 2 0,1 0 0,42-7 0,-61 14 0,0 0 0,0 0 0,-1-1 0,10-4 0,-15 5 0,-1 1 0,1-1 0,0 0 0,0 1 0,-1-1 0,1 0 0,-1-1 0,0 1 0,0 0 0,1-1 0,-1 1 0,-1-1 0,1 0 0,2-4 0,-4 6 0,1-1 0,-1 1 0,0 0 0,1-1 0,-1 1 0,0 0 0,0 0 0,0-1 0,0 1 0,-1 0 0,1-1 0,0 1 0,0 0 0,-1 0 0,1-1 0,-1 1 0,1 0 0,-1 0 0,1 0 0,-1-1 0,0 1 0,0 0 0,0 0 0,1 0 0,-1 0 0,0 0 0,0 1 0,0-1 0,0 0 0,-1 0 0,0 0 0,-42-21 0,39 20 0,-288-106 0,268 97 0,25 11 0,0 0 0,0 0 0,0 0 0,0 0 0,0 0 0,-1 0 0,1 0 0,0 0 0,0 0 0,0 0 0,0 0 0,0-1 0,0 1 0,-1 0 0,1 0 0,0 0 0,0 0 0,0 0 0,0 0 0,0 0 0,0-1 0,0 1 0,0 0 0,0 0 0,0 0 0,0 0 0,0 0 0,-1 0 0,1-1 0,0 1 0,0 0 0,0 0 0,0 0 0,0 0 0,0 0 0,0-1 0,0 1 0,0 0 0,0 0 0,1 0 0,-1 0 0,0 0 0,0 0 0,0-1 0,0 1 0,0 0 0,0 0 0,0 0 0,0 0 0,0 0 0,0 0 0,0-1 0,1 1 0,-1 0 0,0 0 0,0 0 0,12-4 0,16 1 0,9 2 0,50 4 0,-74-1 0,0 0 0,0 0 0,0 2 0,0-1 0,-1 2 0,1-1 0,14 9 0,-22-9 0,0 0 0,-1 0 0,1 0 0,-1 1 0,0-1 0,0 1 0,0 0 0,-1 0 0,1 1 0,-1-1 0,-1 1 0,1-1 0,-1 1 0,0 0 0,0 0 0,0 0 0,-1 0 0,1 8 0,0 8 0,0 0 0,-1 1 0,-4 39 0,-4-11 64,-22 75 1,-4 34-1559,28-109-5332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80380031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JAY: Introduce FIRST row today (Identity Pie)</a:t>
            </a:r>
          </a:p>
          <a:p>
            <a:r>
              <a:rPr lang="en-US" dirty="0"/>
              <a:t>Aim to have them working on arrays in the 1</a:t>
            </a:r>
            <a:r>
              <a:rPr lang="en-US" baseline="30000" dirty="0"/>
              <a:t>st</a:t>
            </a:r>
            <a:r>
              <a:rPr lang="en-US" dirty="0"/>
              <a:t> hour and 2d arrays in the second</a:t>
            </a:r>
          </a:p>
        </p:txBody>
      </p:sp>
    </p:spTree>
    <p:extLst>
      <p:ext uri="{BB962C8B-B14F-4D97-AF65-F5344CB8AC3E}">
        <p14:creationId xmlns:p14="http://schemas.microsoft.com/office/powerpoint/2010/main" val="774799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961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over solution from HW0 to make sure students</a:t>
            </a:r>
            <a:r>
              <a:rPr lang="en-US" baseline="0" dirty="0"/>
              <a:t> get the answer</a:t>
            </a:r>
          </a:p>
          <a:p>
            <a:r>
              <a:rPr lang="en-US" dirty="0"/>
              <a:t>intentionally introduce error in HW0 as you go.  order of operations.  different approaches.</a:t>
            </a:r>
          </a:p>
        </p:txBody>
      </p:sp>
    </p:spTree>
    <p:extLst>
      <p:ext uri="{BB962C8B-B14F-4D97-AF65-F5344CB8AC3E}">
        <p14:creationId xmlns:p14="http://schemas.microsoft.com/office/powerpoint/2010/main" val="3011892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91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109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71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157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time allows:</a:t>
            </a:r>
          </a:p>
          <a:p>
            <a:endParaRPr lang="en-US" dirty="0"/>
          </a:p>
          <a:p>
            <a:r>
              <a:rPr lang="en-US" dirty="0"/>
              <a:t>1. See if anyone is asking about static, give simple</a:t>
            </a:r>
            <a:r>
              <a:rPr lang="en-US" baseline="0" dirty="0"/>
              <a:t> explanation</a:t>
            </a:r>
          </a:p>
          <a:p>
            <a:r>
              <a:rPr lang="en-US" dirty="0"/>
              <a:t>2. Possible elaborate on an auto-boxing diagram</a:t>
            </a:r>
          </a:p>
        </p:txBody>
      </p:sp>
    </p:spTree>
    <p:extLst>
      <p:ext uri="{BB962C8B-B14F-4D97-AF65-F5344CB8AC3E}">
        <p14:creationId xmlns:p14="http://schemas.microsoft.com/office/powerpoint/2010/main" val="1056103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A375-ECE5-F27A-D186-2BD319EF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EFFF7-ACD3-827A-3EFD-F79CF22CE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648B0-84A9-EE81-8D15-4565BF0FA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76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Click to edit Master text styles</a:t>
            </a:r>
          </a:p>
          <a:p>
            <a:pPr lvl="1">
              <a:defRPr sz="1800"/>
            </a:pPr>
            <a:r>
              <a:rPr sz="2800"/>
              <a:t>Second level</a:t>
            </a:r>
          </a:p>
          <a:p>
            <a:pPr lvl="2">
              <a:defRPr sz="1800"/>
            </a:pPr>
            <a:r>
              <a:rPr sz="2800"/>
              <a:t>Third level</a:t>
            </a:r>
          </a:p>
          <a:p>
            <a:pPr lvl="3">
              <a:defRPr sz="1800"/>
            </a:pPr>
            <a:r>
              <a:rPr sz="2800"/>
              <a:t>Fourth level</a:t>
            </a:r>
          </a:p>
          <a:p>
            <a:pPr lvl="4">
              <a:defRPr sz="1800"/>
            </a:pPr>
            <a:r>
              <a:rPr sz="2800"/>
              <a:t>Fifth level</a:t>
            </a:r>
          </a:p>
        </p:txBody>
      </p:sp>
      <p:sp>
        <p:nvSpPr>
          <p:cNvPr id="20" name="Shape 2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457200" y="1435465"/>
            <a:ext cx="4040188" cy="73941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lvl="0">
              <a:defRPr sz="1800" b="0"/>
            </a:pPr>
            <a:r>
              <a:rPr sz="2400" b="1"/>
              <a:t>Click to edit Master text styles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Click to edit Master title style</a:t>
            </a:r>
          </a:p>
        </p:txBody>
      </p:sp>
      <p:sp>
        <p:nvSpPr>
          <p:cNvPr id="32" name="Shape 32"/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33" name="Shape 3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Click to edit Master title style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lvl="0">
              <a:defRPr sz="1800"/>
            </a:pPr>
            <a:r>
              <a:rPr sz="1400"/>
              <a:t>Click to edit Master text styles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6583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ransition spd="med"/>
  <p:hf hdr="0" ftr="0" dt="0"/>
  <p:txStyles>
    <p:titleStyle>
      <a:lvl1pPr algn="ctr">
        <a:defRPr sz="4400">
          <a:latin typeface="Calibri"/>
          <a:ea typeface="Calibri"/>
          <a:cs typeface="Calibri"/>
          <a:sym typeface="Calibri"/>
        </a:defRPr>
      </a:lvl1pPr>
      <a:lvl2pPr algn="ctr">
        <a:defRPr sz="4400">
          <a:latin typeface="Calibri"/>
          <a:ea typeface="Calibri"/>
          <a:cs typeface="Calibri"/>
          <a:sym typeface="Calibri"/>
        </a:defRPr>
      </a:lvl2pPr>
      <a:lvl3pPr algn="ctr">
        <a:defRPr sz="4400">
          <a:latin typeface="Calibri"/>
          <a:ea typeface="Calibri"/>
          <a:cs typeface="Calibri"/>
          <a:sym typeface="Calibri"/>
        </a:defRPr>
      </a:lvl3pPr>
      <a:lvl4pPr algn="ctr">
        <a:defRPr sz="4400">
          <a:latin typeface="Calibri"/>
          <a:ea typeface="Calibri"/>
          <a:cs typeface="Calibri"/>
          <a:sym typeface="Calibri"/>
        </a:defRPr>
      </a:lvl4pPr>
      <a:lvl5pPr algn="ctr">
        <a:defRPr sz="4400">
          <a:latin typeface="Calibri"/>
          <a:ea typeface="Calibri"/>
          <a:cs typeface="Calibri"/>
          <a:sym typeface="Calibri"/>
        </a:defRPr>
      </a:lvl5pPr>
      <a:lvl6pPr algn="ctr">
        <a:defRPr sz="4400">
          <a:latin typeface="Calibri"/>
          <a:ea typeface="Calibri"/>
          <a:cs typeface="Calibri"/>
          <a:sym typeface="Calibri"/>
        </a:defRPr>
      </a:lvl6pPr>
      <a:lvl7pPr algn="ctr">
        <a:defRPr sz="4400">
          <a:latin typeface="Calibri"/>
          <a:ea typeface="Calibri"/>
          <a:cs typeface="Calibri"/>
          <a:sym typeface="Calibri"/>
        </a:defRPr>
      </a:lvl7pPr>
      <a:lvl8pPr algn="ctr">
        <a:defRPr sz="4400">
          <a:latin typeface="Calibri"/>
          <a:ea typeface="Calibri"/>
          <a:cs typeface="Calibri"/>
          <a:sym typeface="Calibri"/>
        </a:defRPr>
      </a:lvl8pPr>
      <a:lvl9pPr algn="ctr">
        <a:defRPr sz="4400">
          <a:latin typeface="Calibri"/>
          <a:ea typeface="Calibri"/>
          <a:cs typeface="Calibri"/>
          <a:sym typeface="Calibri"/>
        </a:defRPr>
      </a:lvl9pPr>
    </p:titleStyle>
    <p:bodyStyle>
      <a:lvl1pPr marL="342900" indent="-3429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1pPr>
      <a:lvl2pPr marL="783771" indent="-326571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2pPr>
      <a:lvl3pPr marL="1219200" indent="-3048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3pPr>
      <a:lvl4pPr marL="1737360" indent="-365760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4pPr>
      <a:lvl5pPr marL="2194560" indent="-365760">
        <a:spcBef>
          <a:spcPts val="700"/>
        </a:spcBef>
        <a:buSzPct val="100000"/>
        <a:buFont typeface="Arial"/>
        <a:buChar char="»"/>
        <a:defRPr sz="3200">
          <a:latin typeface="Calibri"/>
          <a:ea typeface="Calibri"/>
          <a:cs typeface="Calibri"/>
          <a:sym typeface="Calibri"/>
        </a:defRPr>
      </a:lvl5pPr>
      <a:lvl6pPr marL="2651760" indent="-36576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6pPr>
      <a:lvl7pPr marL="3108960" indent="-36576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7pPr>
      <a:lvl8pPr marL="3566159" indent="-365759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8pPr>
      <a:lvl9pPr marL="4023359" indent="-365759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indent="22860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indent="2743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indent="3200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indent="3657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customXml" Target="../ink/ink2.xml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customXml" Target="../ink/ink4.xml"/><Relationship Id="rId5" Type="http://schemas.openxmlformats.org/officeDocument/2006/relationships/image" Target="../media/image100.png"/><Relationship Id="rId10" Type="http://schemas.openxmlformats.org/officeDocument/2006/relationships/image" Target="../media/image130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bat.com/java/Array-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customXml" Target="../ink/ink5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gWrR8fe7Qs5B9MgRkFW4wBa-tnRdFXGTDRnqi2ps1i4/ed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Shape 52"/>
          <p:cNvSpPr txBox="1">
            <a:spLocks/>
          </p:cNvSpPr>
          <p:nvPr/>
        </p:nvSpPr>
        <p:spPr>
          <a:xfrm>
            <a:off x="612865" y="2258537"/>
            <a:ext cx="7918269" cy="223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 fontScale="97500"/>
          </a:bodyPr>
          <a:lstStyle>
            <a:lvl1pPr algn="ctr"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algn="ctr">
              <a:defRPr sz="4400">
                <a:latin typeface="Calibri"/>
                <a:ea typeface="Calibri"/>
                <a:cs typeface="Calibri"/>
                <a:sym typeface="Calibri"/>
              </a:defRPr>
            </a:lvl2pPr>
            <a:lvl3pPr algn="ctr">
              <a:defRPr sz="4400">
                <a:latin typeface="Calibri"/>
                <a:ea typeface="Calibri"/>
                <a:cs typeface="Calibri"/>
                <a:sym typeface="Calibri"/>
              </a:defRPr>
            </a:lvl3pPr>
            <a:lvl4pPr algn="ctr">
              <a:defRPr sz="4400">
                <a:latin typeface="Calibri"/>
                <a:ea typeface="Calibri"/>
                <a:cs typeface="Calibri"/>
                <a:sym typeface="Calibri"/>
              </a:defRPr>
            </a:lvl4pPr>
            <a:lvl5pPr algn="ctr">
              <a:defRPr sz="4400">
                <a:latin typeface="Calibri"/>
                <a:ea typeface="Calibri"/>
                <a:cs typeface="Calibri"/>
                <a:sym typeface="Calibri"/>
              </a:defRPr>
            </a:lvl5pPr>
            <a:lvl6pPr algn="ctr">
              <a:defRPr sz="4400">
                <a:latin typeface="Calibri"/>
                <a:ea typeface="Calibri"/>
                <a:cs typeface="Calibri"/>
                <a:sym typeface="Calibri"/>
              </a:defRPr>
            </a:lvl6pPr>
            <a:lvl7pPr algn="ctr">
              <a:defRPr sz="4400">
                <a:latin typeface="Calibri"/>
                <a:ea typeface="Calibri"/>
                <a:cs typeface="Calibri"/>
                <a:sym typeface="Calibri"/>
              </a:defRPr>
            </a:lvl7pPr>
            <a:lvl8pPr algn="ctr">
              <a:defRPr sz="4400">
                <a:latin typeface="Calibri"/>
                <a:ea typeface="Calibri"/>
                <a:cs typeface="Calibri"/>
                <a:sym typeface="Calibri"/>
              </a:defRPr>
            </a:lvl8pPr>
            <a:lvl9pPr algn="ctr">
              <a:defRPr sz="4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 sz="1800"/>
            </a:pPr>
            <a:r>
              <a:rPr lang="en-US" sz="6600" dirty="0"/>
              <a:t>CSSE 220</a:t>
            </a:r>
          </a:p>
          <a:p>
            <a:pPr>
              <a:defRPr sz="1800"/>
            </a:pPr>
            <a:r>
              <a:rPr lang="en-US" sz="3300" dirty="0" err="1">
                <a:latin typeface="Consolas" panose="020B0609020204030204" pitchFamily="49" charset="0"/>
              </a:rPr>
              <a:t>ClassMaterials</a:t>
            </a:r>
            <a:r>
              <a:rPr lang="en-US" sz="3300" dirty="0">
                <a:latin typeface="Consolas" panose="020B0609020204030204" pitchFamily="49" charset="0"/>
              </a:rPr>
              <a:t>/ArraysAnd2DArrays</a:t>
            </a:r>
          </a:p>
        </p:txBody>
      </p:sp>
      <p:sp>
        <p:nvSpPr>
          <p:cNvPr id="9" name="Shape 54"/>
          <p:cNvSpPr/>
          <p:nvPr/>
        </p:nvSpPr>
        <p:spPr>
          <a:xfrm>
            <a:off x="971550" y="4809711"/>
            <a:ext cx="6648450" cy="1107996"/>
          </a:xfrm>
          <a:prstGeom prst="rect">
            <a:avLst/>
          </a:prstGeom>
          <a:solidFill>
            <a:srgbClr val="9BBB59"/>
          </a:solidFill>
          <a:ln w="25400" cap="rnd">
            <a:solidFill>
              <a:srgbClr val="718841"/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/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746125" lvl="0" indent="-447675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FFFFFF"/>
                </a:solidFill>
              </a:rPr>
              <a:t>PracticeArraysAnd2DArrays</a:t>
            </a:r>
          </a:p>
          <a:p>
            <a:pPr marL="746125" lvl="0" indent="-447675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FFFFFF"/>
                </a:solidFill>
              </a:rPr>
              <a:t>PracticeSolutionArraysAnd2DArrays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95232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DED7E8-CB25-BA14-1D50-ACEDE761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3" y="92076"/>
            <a:ext cx="8763000" cy="1508125"/>
          </a:xfrm>
        </p:spPr>
        <p:txBody>
          <a:bodyPr/>
          <a:lstStyle/>
          <a:p>
            <a:r>
              <a:rPr lang="en-US" dirty="0"/>
              <a:t>How to access slides (from IntelliJ)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D3563-7573-670B-8543-9EEEA173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54219"/>
            <a:ext cx="6906985" cy="46463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4D4673-2EEE-18C1-39E0-84369C8572F8}"/>
              </a:ext>
            </a:extLst>
          </p:cNvPr>
          <p:cNvSpPr txBox="1"/>
          <p:nvPr/>
        </p:nvSpPr>
        <p:spPr>
          <a:xfrm>
            <a:off x="471840" y="1269166"/>
            <a:ext cx="8200320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</a:rPr>
              <a:t>Right-click project folder, then select “Open In &gt; Explorer”.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</a:rPr>
              <a:t>Move up one directory (a.k.a. folder) to find the “Slides” folder. 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414206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334" y="1"/>
            <a:ext cx="8576733" cy="788036"/>
          </a:xfrm>
        </p:spPr>
        <p:txBody>
          <a:bodyPr/>
          <a:lstStyle/>
          <a:p>
            <a:r>
              <a:rPr lang="en-US" dirty="0"/>
              <a:t>How to access slides (from Internet)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BD184C-BBC1-A144-AFF4-1570A65CC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4" y="1535357"/>
            <a:ext cx="4169824" cy="3043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A45D88-F080-DB45-B62E-BE2461742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134" y="1529007"/>
            <a:ext cx="3089860" cy="2423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7A5E86-AEDA-FB43-AC3F-713BAA98F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17" y="4674789"/>
            <a:ext cx="3331633" cy="21374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077F0-74B5-9D45-A9E7-6C31199AB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470" y="4010458"/>
            <a:ext cx="3880785" cy="27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362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8DD-CAF7-2612-ED73-C6C3BC80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11"/>
            <a:ext cx="5261020" cy="828274"/>
          </a:xfrm>
        </p:spPr>
        <p:txBody>
          <a:bodyPr/>
          <a:lstStyle/>
          <a:p>
            <a:r>
              <a:rPr lang="en-US" dirty="0"/>
              <a:t>Panopto Videos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473F3-09C0-C4B4-564D-2E6A325F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45" y="1988"/>
            <a:ext cx="3048000" cy="2581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5E61FA-E3F5-DBD5-1E70-BB9061661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5905"/>
            <a:ext cx="9144000" cy="1710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EE0E69-E421-855E-80F2-8DE1CA4C5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305" y="3432294"/>
            <a:ext cx="3430995" cy="34309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974377-73D7-7EFE-1948-35DB72C2C542}"/>
              </a:ext>
            </a:extLst>
          </p:cNvPr>
          <p:cNvSpPr txBox="1"/>
          <p:nvPr/>
        </p:nvSpPr>
        <p:spPr>
          <a:xfrm>
            <a:off x="106862" y="4185633"/>
            <a:ext cx="46068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Videos cover the content, sometimes slightly different, but always an options for extra review and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9979C-3053-5644-2E76-565B470D1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55" y="843122"/>
            <a:ext cx="5172075" cy="514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4ACDD-4614-947A-6E98-32CB2A29D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2167" y="1501851"/>
            <a:ext cx="2350263" cy="127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895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With Which Things Move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en-US" dirty="0"/>
              <a:t>Moving up a level in speed</a:t>
            </a:r>
          </a:p>
          <a:p>
            <a:r>
              <a:rPr lang="en-US" dirty="0"/>
              <a:t>Anticipate as time allows:</a:t>
            </a:r>
          </a:p>
          <a:p>
            <a:pPr lvl="1"/>
            <a:r>
              <a:rPr lang="en-US" dirty="0"/>
              <a:t>Go through slides before class</a:t>
            </a:r>
          </a:p>
          <a:p>
            <a:pPr lvl="1"/>
            <a:r>
              <a:rPr lang="en-US" dirty="0"/>
              <a:t>Familiarize yourself with terminology</a:t>
            </a:r>
          </a:p>
          <a:p>
            <a:pPr lvl="1"/>
            <a:r>
              <a:rPr lang="en-US" dirty="0"/>
              <a:t>Write down questions for instructor</a:t>
            </a:r>
          </a:p>
          <a:p>
            <a:pPr lvl="1"/>
            <a:r>
              <a:rPr lang="en-US" dirty="0"/>
              <a:t>Ask questions in class, or hand piece of paper with questions to instructor at beginning of class</a:t>
            </a:r>
          </a:p>
          <a:p>
            <a:pPr lvl="1"/>
            <a:r>
              <a:rPr lang="en-US" dirty="0"/>
              <a:t>Read the Big Java chapters</a:t>
            </a:r>
          </a:p>
          <a:p>
            <a:pPr lvl="1"/>
            <a:r>
              <a:rPr lang="en-US" dirty="0"/>
              <a:t>Watch pre-recorded videos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592B6-62BD-43F0-BC75-BD4FB63D90F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7197A-82BB-DC8C-A7FA-61ED116DF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79" y="2048213"/>
            <a:ext cx="2114845" cy="22291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D99D51-1927-0F33-F606-4B93F02E62EA}"/>
                  </a:ext>
                </a:extLst>
              </p14:cNvPr>
              <p14:cNvContentPartPr/>
              <p14:nvPr/>
            </p14:nvContentPartPr>
            <p14:xfrm>
              <a:off x="5522139" y="6147708"/>
              <a:ext cx="1105920" cy="415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D99D51-1927-0F33-F606-4B93F02E62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3499" y="6139068"/>
                <a:ext cx="1123560" cy="4330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33B46D3-7A86-168E-9A63-19A6828D6C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411" y="1327696"/>
            <a:ext cx="4094913" cy="54500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A034D84-442F-9F7C-4A7F-67993040414A}"/>
              </a:ext>
            </a:extLst>
          </p:cNvPr>
          <p:cNvGrpSpPr/>
          <p:nvPr/>
        </p:nvGrpSpPr>
        <p:grpSpPr>
          <a:xfrm>
            <a:off x="5546259" y="1868388"/>
            <a:ext cx="2914920" cy="4582800"/>
            <a:chOff x="5546259" y="1868388"/>
            <a:chExt cx="2914920" cy="458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C86C8DA-A973-8038-E9A6-FA43E6F71068}"/>
                    </a:ext>
                  </a:extLst>
                </p14:cNvPr>
                <p14:cNvContentPartPr/>
                <p14:nvPr/>
              </p14:nvContentPartPr>
              <p14:xfrm>
                <a:off x="5576139" y="3930108"/>
                <a:ext cx="2752920" cy="2490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C86C8DA-A973-8038-E9A6-FA43E6F7106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67499" y="3921468"/>
                  <a:ext cx="2770560" cy="25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8E1CA3C-2C3E-2311-2569-E2843FCFB063}"/>
                    </a:ext>
                  </a:extLst>
                </p14:cNvPr>
                <p14:cNvContentPartPr/>
                <p14:nvPr/>
              </p14:nvContentPartPr>
              <p14:xfrm>
                <a:off x="5546259" y="6400428"/>
                <a:ext cx="360" cy="8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8E1CA3C-2C3E-2311-2569-E2843FCFB06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37619" y="6391428"/>
                  <a:ext cx="18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B44EEE-B499-95DB-C836-DD2002DC7897}"/>
                    </a:ext>
                  </a:extLst>
                </p14:cNvPr>
                <p14:cNvContentPartPr/>
                <p14:nvPr/>
              </p14:nvContentPartPr>
              <p14:xfrm>
                <a:off x="5556339" y="1868388"/>
                <a:ext cx="2904840" cy="4582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B44EEE-B499-95DB-C836-DD2002DC789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47699" y="1859388"/>
                  <a:ext cx="2922480" cy="4600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107F3D4-2B41-7805-C2E6-9FE84C1D76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1271" y="5530304"/>
            <a:ext cx="2276053" cy="126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109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things done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something has a hard deadline, then set a reminder in your smart device</a:t>
            </a:r>
          </a:p>
          <a:p>
            <a:r>
              <a:rPr lang="en-US" dirty="0"/>
              <a:t>Live by: “if I don’t do it now, it won’t get done”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Speaking of which… HW0…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592B6-62BD-43F0-BC75-BD4FB63D90F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6966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JavaIntro</a:t>
            </a:r>
            <a:r>
              <a:rPr lang="en-US" dirty="0"/>
              <a:t>, HW0, </a:t>
            </a:r>
            <a:r>
              <a:rPr lang="en-US" dirty="0" err="1"/>
              <a:t>HWSmallProblems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questions: feel free to ask individually</a:t>
            </a:r>
          </a:p>
          <a:p>
            <a:r>
              <a:rPr lang="en-US" dirty="0" err="1"/>
              <a:t>JavaIntro</a:t>
            </a:r>
            <a:r>
              <a:rPr lang="en-US" dirty="0"/>
              <a:t> will not be collected and graded</a:t>
            </a:r>
          </a:p>
          <a:p>
            <a:pPr lvl="1"/>
            <a:r>
              <a:rPr lang="en-US" dirty="0"/>
              <a:t>Intended to help you learn</a:t>
            </a:r>
          </a:p>
          <a:p>
            <a:pPr lvl="1"/>
            <a:r>
              <a:rPr lang="en-US" dirty="0"/>
              <a:t>Not intended as busy work</a:t>
            </a:r>
          </a:p>
          <a:p>
            <a:r>
              <a:rPr lang="en-US" dirty="0" err="1"/>
              <a:t>HWSmallProblems</a:t>
            </a:r>
            <a:endParaRPr lang="en-US" dirty="0"/>
          </a:p>
          <a:p>
            <a:pPr lvl="1"/>
            <a:r>
              <a:rPr lang="en-US" dirty="0"/>
              <a:t>Due date on schedule page</a:t>
            </a:r>
          </a:p>
          <a:p>
            <a:pPr lvl="1"/>
            <a:r>
              <a:rPr lang="en-US" dirty="0"/>
              <a:t>First half you can probably do already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F3A7B-41E7-45C7-8CC2-B1B2FD00FD0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237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23A1E-22D0-4766-AF98-24E92356375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F4FB0-C15E-974D-884B-D59258E35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66" y="1158309"/>
            <a:ext cx="7382935" cy="502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29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727" y="1600200"/>
            <a:ext cx="8654473" cy="5257800"/>
          </a:xfrm>
        </p:spPr>
        <p:txBody>
          <a:bodyPr/>
          <a:lstStyle/>
          <a:p>
            <a:r>
              <a:rPr lang="en-US" dirty="0"/>
              <a:t>Course policies</a:t>
            </a:r>
            <a:r>
              <a:rPr lang="en-US" sz="2000" dirty="0"/>
              <a:t>  </a:t>
            </a:r>
          </a:p>
          <a:p>
            <a:pPr lvl="1"/>
            <a:r>
              <a:rPr lang="en-US" dirty="0"/>
              <a:t>Late Assignments</a:t>
            </a:r>
          </a:p>
          <a:p>
            <a:pPr lvl="1"/>
            <a:r>
              <a:rPr lang="en-US" dirty="0"/>
              <a:t>Grading</a:t>
            </a:r>
          </a:p>
          <a:p>
            <a:pPr lvl="1"/>
            <a:r>
              <a:rPr lang="en-US" dirty="0"/>
              <a:t>Collegiality </a:t>
            </a:r>
          </a:p>
          <a:p>
            <a:pPr lvl="1"/>
            <a:r>
              <a:rPr lang="en-US" dirty="0"/>
              <a:t>Schedule</a:t>
            </a:r>
          </a:p>
          <a:p>
            <a:pPr lvl="1"/>
            <a:r>
              <a:rPr lang="en-US" dirty="0"/>
              <a:t>Etc.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496F4-E680-408B-8B10-AC761A175C5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6F719-FF45-293D-5721-684FA9DB7F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860"/>
          <a:stretch/>
        </p:blipFill>
        <p:spPr>
          <a:xfrm>
            <a:off x="3054714" y="4491457"/>
            <a:ext cx="5776112" cy="2173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03674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4400" dirty="0"/>
              <a:t>Array Practice Opportunity</a:t>
            </a:r>
            <a:endParaRPr sz="4400" dirty="0"/>
          </a:p>
        </p:txBody>
      </p:sp>
      <p:sp>
        <p:nvSpPr>
          <p:cNvPr id="67" name="Shape 67"/>
          <p:cNvSpPr>
            <a:spLocks noGrp="1"/>
          </p:cNvSpPr>
          <p:nvPr>
            <p:ph type="body" idx="1"/>
          </p:nvPr>
        </p:nvSpPr>
        <p:spPr>
          <a:xfrm>
            <a:off x="457200" y="1018572"/>
            <a:ext cx="7058967" cy="5107591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rabicPeriod"/>
              <a:defRPr sz="1800"/>
            </a:pPr>
            <a:r>
              <a:rPr lang="en-US" sz="3600" dirty="0"/>
              <a:t>Form groups of 2</a:t>
            </a:r>
          </a:p>
          <a:p>
            <a:pPr marL="514350" lvl="0" indent="-514350">
              <a:buFont typeface="+mj-lt"/>
              <a:buAutoNum type="arabicPeriod"/>
              <a:defRPr sz="1800"/>
            </a:pPr>
            <a:r>
              <a:rPr lang="en-US" sz="3600" dirty="0"/>
              <a:t>Navigate to:</a:t>
            </a:r>
            <a:r>
              <a:rPr lang="pl-PL" sz="3600" dirty="0"/>
              <a:t> </a:t>
            </a:r>
            <a:r>
              <a:rPr lang="pl-PL" sz="3600" dirty="0">
                <a:hlinkClick r:id="rId3"/>
              </a:rPr>
              <a:t>http://codingbat.com/java/Array-2</a:t>
            </a:r>
            <a:endParaRPr lang="en-US" sz="3600" dirty="0"/>
          </a:p>
          <a:p>
            <a:pPr marL="1012371" lvl="1" indent="-571500">
              <a:defRPr sz="1800"/>
            </a:pPr>
            <a:r>
              <a:rPr lang="en-US" sz="3600" dirty="0"/>
              <a:t>Work in your groups to solve: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3600" i="1" dirty="0"/>
              <a:t>fizArray3</a:t>
            </a:r>
            <a:r>
              <a:rPr lang="en-US" sz="3600" dirty="0"/>
              <a:t>, </a:t>
            </a:r>
            <a:r>
              <a:rPr lang="en-US" sz="3600" i="1" dirty="0" err="1"/>
              <a:t>bigDiff</a:t>
            </a:r>
            <a:r>
              <a:rPr lang="en-US" sz="3600" dirty="0"/>
              <a:t>, </a:t>
            </a:r>
            <a:r>
              <a:rPr lang="en-US" sz="3600" i="1" dirty="0" err="1"/>
              <a:t>shiftLeft</a:t>
            </a:r>
            <a:endParaRPr lang="en-US" sz="3600" i="1" dirty="0"/>
          </a:p>
          <a:p>
            <a:pPr marL="1012371" lvl="1" indent="-571500">
              <a:defRPr sz="1800"/>
            </a:pPr>
            <a:r>
              <a:rPr lang="en-US" sz="3600" dirty="0"/>
              <a:t>If you finish early, try: </a:t>
            </a:r>
            <a:r>
              <a:rPr lang="en-US" sz="3600" i="1" dirty="0" err="1"/>
              <a:t>zeroFront</a:t>
            </a:r>
            <a:endParaRPr lang="en-US" sz="3600" i="1" dirty="0"/>
          </a:p>
          <a:p>
            <a:pPr marL="1012371" lvl="1" indent="-571500">
              <a:defRPr sz="1800"/>
            </a:pPr>
            <a:r>
              <a:rPr lang="en-US" sz="3600" dirty="0"/>
              <a:t>Save your </a:t>
            </a:r>
            <a:r>
              <a:rPr lang="en-US" sz="3600" i="1" dirty="0" err="1"/>
              <a:t>codingbat</a:t>
            </a:r>
            <a:r>
              <a:rPr lang="en-US" sz="3600" dirty="0"/>
              <a:t> work by copy and paste into CodingBatPractice.java</a:t>
            </a:r>
            <a:endParaRPr lang="en-US" sz="3600" b="1" u="sn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3795F1-98D4-428C-9454-9CC53AC16D9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449367" y="5828789"/>
            <a:ext cx="2133600" cy="264255"/>
          </a:xfrm>
        </p:spPr>
        <p:txBody>
          <a:bodyPr/>
          <a:lstStyle/>
          <a:p>
            <a:pPr lvl="0"/>
            <a:fld id="{86CB4B4D-7CA3-9044-876B-883B54F8677D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4AA6E-0436-18E4-8460-C120E0D8F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574" y="4853352"/>
            <a:ext cx="3405753" cy="18428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DFBECC-71B6-6007-B28D-2ADD31950879}"/>
                  </a:ext>
                </a:extLst>
              </p14:cNvPr>
              <p14:cNvContentPartPr/>
              <p14:nvPr/>
            </p14:nvContentPartPr>
            <p14:xfrm>
              <a:off x="3907662" y="5899700"/>
              <a:ext cx="2284560" cy="324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DFBECC-71B6-6007-B28D-2ADD319508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89662" y="5881700"/>
                <a:ext cx="2320200" cy="36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600200"/>
            <a:ext cx="8767187" cy="5257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Completing the Array Practice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looking at </a:t>
            </a:r>
            <a:r>
              <a:rPr lang="en-US" dirty="0" err="1"/>
              <a:t>HWSmallProblems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8A136-8C0E-4DA8-A97A-6B0304CA41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2958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EFC6-77D0-4B86-3D3D-6A7FB9B0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C971-E38A-7338-4DBA-E2221A73A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 from Former Students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B9681-2959-9EA2-8847-FA2B2D169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406" y="1217142"/>
            <a:ext cx="8767187" cy="124387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https://docs.google.com/document/d/1gWrR8fe7Qs5B9MgRkFW4wBa-tnRdFXGTDRnqi2ps1i4/edit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1FB46-25E8-E15D-F83C-A6C649FA616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9FCB7-0C1D-946E-4453-D026808DE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76" y="2421925"/>
            <a:ext cx="7664397" cy="424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083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4448</TotalTime>
  <Words>407</Words>
  <Application>Microsoft Office PowerPoint</Application>
  <PresentationFormat>On-screen Show (4:3)</PresentationFormat>
  <Paragraphs>72</Paragraphs>
  <Slides>12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Helvetica Neue</vt:lpstr>
      <vt:lpstr>Default</vt:lpstr>
      <vt:lpstr>PowerPoint Presentation</vt:lpstr>
      <vt:lpstr>How to access slides (from IntelliJ)</vt:lpstr>
      <vt:lpstr>How to access slides (from Internet)</vt:lpstr>
      <vt:lpstr>Panopto Videos</vt:lpstr>
      <vt:lpstr>Speed With Which Things Move</vt:lpstr>
      <vt:lpstr>Getting things done</vt:lpstr>
      <vt:lpstr>JavaIntro, HW0, HWSmallProblems</vt:lpstr>
      <vt:lpstr>Syllabus Highlights</vt:lpstr>
      <vt:lpstr>Syllabus Highlights</vt:lpstr>
      <vt:lpstr>Array Practice Opportunity</vt:lpstr>
      <vt:lpstr>Work Time</vt:lpstr>
      <vt:lpstr>Advice from Former Students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CSSE 220 Day 3</dc:title>
  <dc:creator>Hollingsworth, Joseph E.</dc:creator>
  <cp:lastModifiedBy>Ludden, Ian</cp:lastModifiedBy>
  <cp:revision>163</cp:revision>
  <dcterms:modified xsi:type="dcterms:W3CDTF">2026-09-09T11:41:04Z</dcterms:modified>
</cp:coreProperties>
</file>
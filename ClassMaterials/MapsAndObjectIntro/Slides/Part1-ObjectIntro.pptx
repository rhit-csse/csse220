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256" r:id="rId5"/>
    <p:sldId id="277" r:id="rId6"/>
    <p:sldId id="278" r:id="rId7"/>
    <p:sldId id="308" r:id="rId8"/>
    <p:sldId id="279" r:id="rId9"/>
    <p:sldId id="280" r:id="rId10"/>
    <p:sldId id="297" r:id="rId11"/>
    <p:sldId id="295" r:id="rId12"/>
    <p:sldId id="296" r:id="rId13"/>
    <p:sldId id="310" r:id="rId14"/>
    <p:sldId id="30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6B2B8A-1A8B-1044-9626-2026DF0B08BF}" v="3" dt="2021-09-08T22:42:28.4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3"/>
    <p:restoredTop sz="83673"/>
  </p:normalViewPr>
  <p:slideViewPr>
    <p:cSldViewPr snapToGrid="0" snapToObjects="1">
      <p:cViewPr varScale="1">
        <p:scale>
          <a:sx n="92" d="100"/>
          <a:sy n="92" d="100"/>
        </p:scale>
        <p:origin x="267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llingsworth, Joseph" userId="6338ef61-550f-4a52-a8a3-bd9025908f10" providerId="ADAL" clId="{980022FD-B82C-F940-B8F0-6A0289924DBA}"/>
    <pc:docChg chg="undo custSel delSld modSld">
      <pc:chgData name="Hollingsworth, Joseph" userId="6338ef61-550f-4a52-a8a3-bd9025908f10" providerId="ADAL" clId="{980022FD-B82C-F940-B8F0-6A0289924DBA}" dt="2021-09-08T23:36:31.096" v="564" actId="14100"/>
      <pc:docMkLst>
        <pc:docMk/>
      </pc:docMkLst>
      <pc:sldChg chg="modSp mod">
        <pc:chgData name="Hollingsworth, Joseph" userId="6338ef61-550f-4a52-a8a3-bd9025908f10" providerId="ADAL" clId="{980022FD-B82C-F940-B8F0-6A0289924DBA}" dt="2021-09-08T23:23:41.418" v="18" actId="20577"/>
        <pc:sldMkLst>
          <pc:docMk/>
          <pc:sldMk cId="1185710428" sldId="256"/>
        </pc:sldMkLst>
        <pc:spChg chg="mod">
          <ac:chgData name="Hollingsworth, Joseph" userId="6338ef61-550f-4a52-a8a3-bd9025908f10" providerId="ADAL" clId="{980022FD-B82C-F940-B8F0-6A0289924DBA}" dt="2021-09-08T23:23:41.418" v="18" actId="20577"/>
          <ac:spMkLst>
            <pc:docMk/>
            <pc:sldMk cId="1185710428" sldId="256"/>
            <ac:spMk id="2" creationId="{00000000-0000-0000-0000-000000000000}"/>
          </ac:spMkLst>
        </pc:spChg>
      </pc:sldChg>
      <pc:sldChg chg="del">
        <pc:chgData name="Hollingsworth, Joseph" userId="6338ef61-550f-4a52-a8a3-bd9025908f10" providerId="ADAL" clId="{980022FD-B82C-F940-B8F0-6A0289924DBA}" dt="2021-09-08T23:23:47.876" v="19" actId="2696"/>
        <pc:sldMkLst>
          <pc:docMk/>
          <pc:sldMk cId="831071102" sldId="261"/>
        </pc:sldMkLst>
      </pc:sldChg>
      <pc:sldChg chg="modSp mod">
        <pc:chgData name="Hollingsworth, Joseph" userId="6338ef61-550f-4a52-a8a3-bd9025908f10" providerId="ADAL" clId="{980022FD-B82C-F940-B8F0-6A0289924DBA}" dt="2021-09-08T23:24:20.415" v="51" actId="20577"/>
        <pc:sldMkLst>
          <pc:docMk/>
          <pc:sldMk cId="358212777" sldId="278"/>
        </pc:sldMkLst>
        <pc:spChg chg="mod">
          <ac:chgData name="Hollingsworth, Joseph" userId="6338ef61-550f-4a52-a8a3-bd9025908f10" providerId="ADAL" clId="{980022FD-B82C-F940-B8F0-6A0289924DBA}" dt="2021-09-08T23:24:20.415" v="51" actId="20577"/>
          <ac:spMkLst>
            <pc:docMk/>
            <pc:sldMk cId="358212777" sldId="278"/>
            <ac:spMk id="3" creationId="{00000000-0000-0000-0000-000000000000}"/>
          </ac:spMkLst>
        </pc:spChg>
      </pc:sldChg>
      <pc:sldChg chg="modSp mod">
        <pc:chgData name="Hollingsworth, Joseph" userId="6338ef61-550f-4a52-a8a3-bd9025908f10" providerId="ADAL" clId="{980022FD-B82C-F940-B8F0-6A0289924DBA}" dt="2021-09-08T23:28:51.983" v="289" actId="20577"/>
        <pc:sldMkLst>
          <pc:docMk/>
          <pc:sldMk cId="4164257097" sldId="279"/>
        </pc:sldMkLst>
        <pc:spChg chg="mod">
          <ac:chgData name="Hollingsworth, Joseph" userId="6338ef61-550f-4a52-a8a3-bd9025908f10" providerId="ADAL" clId="{980022FD-B82C-F940-B8F0-6A0289924DBA}" dt="2021-09-08T23:28:51.983" v="289" actId="20577"/>
          <ac:spMkLst>
            <pc:docMk/>
            <pc:sldMk cId="4164257097" sldId="279"/>
            <ac:spMk id="3" creationId="{00000000-0000-0000-0000-000000000000}"/>
          </ac:spMkLst>
        </pc:spChg>
      </pc:sldChg>
      <pc:sldChg chg="modSp mod">
        <pc:chgData name="Hollingsworth, Joseph" userId="6338ef61-550f-4a52-a8a3-bd9025908f10" providerId="ADAL" clId="{980022FD-B82C-F940-B8F0-6A0289924DBA}" dt="2021-09-08T23:30:45.599" v="437" actId="6549"/>
        <pc:sldMkLst>
          <pc:docMk/>
          <pc:sldMk cId="709340337" sldId="280"/>
        </pc:sldMkLst>
        <pc:spChg chg="mod">
          <ac:chgData name="Hollingsworth, Joseph" userId="6338ef61-550f-4a52-a8a3-bd9025908f10" providerId="ADAL" clId="{980022FD-B82C-F940-B8F0-6A0289924DBA}" dt="2021-09-08T23:30:45.599" v="437" actId="6549"/>
          <ac:spMkLst>
            <pc:docMk/>
            <pc:sldMk cId="709340337" sldId="280"/>
            <ac:spMk id="3" creationId="{00000000-0000-0000-0000-000000000000}"/>
          </ac:spMkLst>
        </pc:spChg>
      </pc:sldChg>
      <pc:sldChg chg="modSp mod">
        <pc:chgData name="Hollingsworth, Joseph" userId="6338ef61-550f-4a52-a8a3-bd9025908f10" providerId="ADAL" clId="{980022FD-B82C-F940-B8F0-6A0289924DBA}" dt="2021-09-08T23:33:24.817" v="534" actId="20577"/>
        <pc:sldMkLst>
          <pc:docMk/>
          <pc:sldMk cId="3151746698" sldId="295"/>
        </pc:sldMkLst>
        <pc:spChg chg="mod">
          <ac:chgData name="Hollingsworth, Joseph" userId="6338ef61-550f-4a52-a8a3-bd9025908f10" providerId="ADAL" clId="{980022FD-B82C-F940-B8F0-6A0289924DBA}" dt="2021-09-08T23:33:24.817" v="534" actId="20577"/>
          <ac:spMkLst>
            <pc:docMk/>
            <pc:sldMk cId="3151746698" sldId="295"/>
            <ac:spMk id="2" creationId="{00000000-0000-0000-0000-000000000000}"/>
          </ac:spMkLst>
        </pc:spChg>
        <pc:spChg chg="mod">
          <ac:chgData name="Hollingsworth, Joseph" userId="6338ef61-550f-4a52-a8a3-bd9025908f10" providerId="ADAL" clId="{980022FD-B82C-F940-B8F0-6A0289924DBA}" dt="2021-09-08T23:33:08.327" v="525" actId="14100"/>
          <ac:spMkLst>
            <pc:docMk/>
            <pc:sldMk cId="3151746698" sldId="295"/>
            <ac:spMk id="31" creationId="{00000000-0000-0000-0000-000000000000}"/>
          </ac:spMkLst>
        </pc:spChg>
        <pc:spChg chg="mod">
          <ac:chgData name="Hollingsworth, Joseph" userId="6338ef61-550f-4a52-a8a3-bd9025908f10" providerId="ADAL" clId="{980022FD-B82C-F940-B8F0-6A0289924DBA}" dt="2021-09-08T23:32:05.316" v="481" actId="20577"/>
          <ac:spMkLst>
            <pc:docMk/>
            <pc:sldMk cId="3151746698" sldId="295"/>
            <ac:spMk id="121" creationId="{00000000-0000-0000-0000-000000000000}"/>
          </ac:spMkLst>
        </pc:spChg>
      </pc:sldChg>
      <pc:sldChg chg="addSp modSp mod">
        <pc:chgData name="Hollingsworth, Joseph" userId="6338ef61-550f-4a52-a8a3-bd9025908f10" providerId="ADAL" clId="{980022FD-B82C-F940-B8F0-6A0289924DBA}" dt="2021-09-08T23:36:31.096" v="564" actId="14100"/>
        <pc:sldMkLst>
          <pc:docMk/>
          <pc:sldMk cId="3093067597" sldId="296"/>
        </pc:sldMkLst>
        <pc:spChg chg="mod">
          <ac:chgData name="Hollingsworth, Joseph" userId="6338ef61-550f-4a52-a8a3-bd9025908f10" providerId="ADAL" clId="{980022FD-B82C-F940-B8F0-6A0289924DBA}" dt="2021-09-08T23:36:31.096" v="564" actId="14100"/>
          <ac:spMkLst>
            <pc:docMk/>
            <pc:sldMk cId="3093067597" sldId="296"/>
            <ac:spMk id="3" creationId="{00000000-0000-0000-0000-000000000000}"/>
          </ac:spMkLst>
        </pc:spChg>
        <pc:picChg chg="add mod">
          <ac:chgData name="Hollingsworth, Joseph" userId="6338ef61-550f-4a52-a8a3-bd9025908f10" providerId="ADAL" clId="{980022FD-B82C-F940-B8F0-6A0289924DBA}" dt="2021-09-08T23:36:18.133" v="561" actId="1076"/>
          <ac:picMkLst>
            <pc:docMk/>
            <pc:sldMk cId="3093067597" sldId="296"/>
            <ac:picMk id="5" creationId="{53B70DBD-44D0-5F4E-B16E-E3BE2A4E92BC}"/>
          </ac:picMkLst>
        </pc:picChg>
      </pc:sldChg>
      <pc:sldChg chg="modSp mod">
        <pc:chgData name="Hollingsworth, Joseph" userId="6338ef61-550f-4a52-a8a3-bd9025908f10" providerId="ADAL" clId="{980022FD-B82C-F940-B8F0-6A0289924DBA}" dt="2021-09-08T23:31:36.382" v="470" actId="20577"/>
        <pc:sldMkLst>
          <pc:docMk/>
          <pc:sldMk cId="3649529972" sldId="297"/>
        </pc:sldMkLst>
        <pc:spChg chg="mod">
          <ac:chgData name="Hollingsworth, Joseph" userId="6338ef61-550f-4a52-a8a3-bd9025908f10" providerId="ADAL" clId="{980022FD-B82C-F940-B8F0-6A0289924DBA}" dt="2021-09-08T23:31:36.382" v="470" actId="20577"/>
          <ac:spMkLst>
            <pc:docMk/>
            <pc:sldMk cId="3649529972" sldId="297"/>
            <ac:spMk id="3" creationId="{00000000-0000-0000-0000-000000000000}"/>
          </ac:spMkLst>
        </pc:spChg>
      </pc:sldChg>
      <pc:sldChg chg="del">
        <pc:chgData name="Hollingsworth, Joseph" userId="6338ef61-550f-4a52-a8a3-bd9025908f10" providerId="ADAL" clId="{980022FD-B82C-F940-B8F0-6A0289924DBA}" dt="2021-09-08T23:23:47.876" v="19" actId="2696"/>
        <pc:sldMkLst>
          <pc:docMk/>
          <pc:sldMk cId="982965375" sldId="305"/>
        </pc:sldMkLst>
      </pc:sldChg>
      <pc:sldChg chg="del">
        <pc:chgData name="Hollingsworth, Joseph" userId="6338ef61-550f-4a52-a8a3-bd9025908f10" providerId="ADAL" clId="{980022FD-B82C-F940-B8F0-6A0289924DBA}" dt="2021-09-08T23:23:47.876" v="19" actId="2696"/>
        <pc:sldMkLst>
          <pc:docMk/>
          <pc:sldMk cId="2752612510" sldId="306"/>
        </pc:sldMkLst>
      </pc:sldChg>
      <pc:sldChg chg="del">
        <pc:chgData name="Hollingsworth, Joseph" userId="6338ef61-550f-4a52-a8a3-bd9025908f10" providerId="ADAL" clId="{980022FD-B82C-F940-B8F0-6A0289924DBA}" dt="2021-09-08T23:23:52.119" v="20" actId="2696"/>
        <pc:sldMkLst>
          <pc:docMk/>
          <pc:sldMk cId="3070909107" sldId="307"/>
        </pc:sldMkLst>
      </pc:sldChg>
      <pc:sldChg chg="modSp mod">
        <pc:chgData name="Hollingsworth, Joseph" userId="6338ef61-550f-4a52-a8a3-bd9025908f10" providerId="ADAL" clId="{980022FD-B82C-F940-B8F0-6A0289924DBA}" dt="2021-09-08T23:28:14.368" v="275" actId="20577"/>
        <pc:sldMkLst>
          <pc:docMk/>
          <pc:sldMk cId="2008419628" sldId="308"/>
        </pc:sldMkLst>
        <pc:spChg chg="mod">
          <ac:chgData name="Hollingsworth, Joseph" userId="6338ef61-550f-4a52-a8a3-bd9025908f10" providerId="ADAL" clId="{980022FD-B82C-F940-B8F0-6A0289924DBA}" dt="2021-09-08T23:28:14.368" v="275" actId="20577"/>
          <ac:spMkLst>
            <pc:docMk/>
            <pc:sldMk cId="2008419628" sldId="308"/>
            <ac:spMk id="2" creationId="{00000000-0000-0000-0000-000000000000}"/>
          </ac:spMkLst>
        </pc:spChg>
        <pc:spChg chg="mod">
          <ac:chgData name="Hollingsworth, Joseph" userId="6338ef61-550f-4a52-a8a3-bd9025908f10" providerId="ADAL" clId="{980022FD-B82C-F940-B8F0-6A0289924DBA}" dt="2021-09-08T23:27:14.754" v="149" actId="1076"/>
          <ac:spMkLst>
            <pc:docMk/>
            <pc:sldMk cId="2008419628" sldId="308"/>
            <ac:spMk id="5" creationId="{00000000-0000-0000-0000-000000000000}"/>
          </ac:spMkLst>
        </pc:spChg>
        <pc:spChg chg="mod">
          <ac:chgData name="Hollingsworth, Joseph" userId="6338ef61-550f-4a52-a8a3-bd9025908f10" providerId="ADAL" clId="{980022FD-B82C-F940-B8F0-6A0289924DBA}" dt="2021-09-08T23:27:10.951" v="148" actId="1076"/>
          <ac:spMkLst>
            <pc:docMk/>
            <pc:sldMk cId="2008419628" sldId="308"/>
            <ac:spMk id="11" creationId="{00000000-0000-0000-0000-000000000000}"/>
          </ac:spMkLst>
        </pc:spChg>
        <pc:spChg chg="mod">
          <ac:chgData name="Hollingsworth, Joseph" userId="6338ef61-550f-4a52-a8a3-bd9025908f10" providerId="ADAL" clId="{980022FD-B82C-F940-B8F0-6A0289924DBA}" dt="2021-09-08T23:26:55.391" v="147" actId="1076"/>
          <ac:spMkLst>
            <pc:docMk/>
            <pc:sldMk cId="2008419628" sldId="308"/>
            <ac:spMk id="13" creationId="{00000000-0000-0000-0000-000000000000}"/>
          </ac:spMkLst>
        </pc:spChg>
        <pc:spChg chg="mod">
          <ac:chgData name="Hollingsworth, Joseph" userId="6338ef61-550f-4a52-a8a3-bd9025908f10" providerId="ADAL" clId="{980022FD-B82C-F940-B8F0-6A0289924DBA}" dt="2021-09-08T23:27:55.917" v="240" actId="114"/>
          <ac:spMkLst>
            <pc:docMk/>
            <pc:sldMk cId="2008419628" sldId="308"/>
            <ac:spMk id="20488" creationId="{00000000-0000-0000-0000-000000000000}"/>
          </ac:spMkLst>
        </pc:spChg>
        <pc:cxnChg chg="mod">
          <ac:chgData name="Hollingsworth, Joseph" userId="6338ef61-550f-4a52-a8a3-bd9025908f10" providerId="ADAL" clId="{980022FD-B82C-F940-B8F0-6A0289924DBA}" dt="2021-09-08T23:27:14.754" v="149" actId="1076"/>
          <ac:cxnSpMkLst>
            <pc:docMk/>
            <pc:sldMk cId="2008419628" sldId="308"/>
            <ac:cxnSpMk id="4" creationId="{00000000-0000-0000-0000-000000000000}"/>
          </ac:cxnSpMkLst>
        </pc:cxnChg>
        <pc:cxnChg chg="mod">
          <ac:chgData name="Hollingsworth, Joseph" userId="6338ef61-550f-4a52-a8a3-bd9025908f10" providerId="ADAL" clId="{980022FD-B82C-F940-B8F0-6A0289924DBA}" dt="2021-09-08T23:27:10.951" v="148" actId="1076"/>
          <ac:cxnSpMkLst>
            <pc:docMk/>
            <pc:sldMk cId="2008419628" sldId="308"/>
            <ac:cxnSpMk id="10" creationId="{00000000-0000-0000-0000-000000000000}"/>
          </ac:cxnSpMkLst>
        </pc:cxnChg>
      </pc:sldChg>
      <pc:sldChg chg="del">
        <pc:chgData name="Hollingsworth, Joseph" userId="6338ef61-550f-4a52-a8a3-bd9025908f10" providerId="ADAL" clId="{980022FD-B82C-F940-B8F0-6A0289924DBA}" dt="2021-09-08T23:23:47.876" v="19" actId="2696"/>
        <pc:sldMkLst>
          <pc:docMk/>
          <pc:sldMk cId="1338212096" sldId="312"/>
        </pc:sldMkLst>
      </pc:sldChg>
    </pc:docChg>
  </pc:docChgLst>
  <pc:docChgLst>
    <pc:chgData name="Hollingsworth, Joseph" userId="6338ef61-550f-4a52-a8a3-bd9025908f10" providerId="ADAL" clId="{7D6B2B8A-1A8B-1044-9626-2026DF0B08BF}"/>
    <pc:docChg chg="custSel addSld delSld modSld">
      <pc:chgData name="Hollingsworth, Joseph" userId="6338ef61-550f-4a52-a8a3-bd9025908f10" providerId="ADAL" clId="{7D6B2B8A-1A8B-1044-9626-2026DF0B08BF}" dt="2021-09-08T22:42:42.670" v="124" actId="2696"/>
      <pc:docMkLst>
        <pc:docMk/>
      </pc:docMkLst>
      <pc:sldChg chg="modSp mod">
        <pc:chgData name="Hollingsworth, Joseph" userId="6338ef61-550f-4a52-a8a3-bd9025908f10" providerId="ADAL" clId="{7D6B2B8A-1A8B-1044-9626-2026DF0B08BF}" dt="2021-09-08T22:42:35.445" v="122" actId="20577"/>
        <pc:sldMkLst>
          <pc:docMk/>
          <pc:sldMk cId="1185710428" sldId="256"/>
        </pc:sldMkLst>
        <pc:spChg chg="mod">
          <ac:chgData name="Hollingsworth, Joseph" userId="6338ef61-550f-4a52-a8a3-bd9025908f10" providerId="ADAL" clId="{7D6B2B8A-1A8B-1044-9626-2026DF0B08BF}" dt="2021-09-08T22:42:35.445" v="122" actId="20577"/>
          <ac:spMkLst>
            <pc:docMk/>
            <pc:sldMk cId="1185710428" sldId="256"/>
            <ac:spMk id="2" creationId="{00000000-0000-0000-0000-000000000000}"/>
          </ac:spMkLst>
        </pc:spChg>
      </pc:sldChg>
      <pc:sldChg chg="del">
        <pc:chgData name="Hollingsworth, Joseph" userId="6338ef61-550f-4a52-a8a3-bd9025908f10" providerId="ADAL" clId="{7D6B2B8A-1A8B-1044-9626-2026DF0B08BF}" dt="2021-09-08T22:42:21.566" v="83" actId="2696"/>
        <pc:sldMkLst>
          <pc:docMk/>
          <pc:sldMk cId="3327082852" sldId="257"/>
        </pc:sldMkLst>
      </pc:sldChg>
      <pc:sldChg chg="del">
        <pc:chgData name="Hollingsworth, Joseph" userId="6338ef61-550f-4a52-a8a3-bd9025908f10" providerId="ADAL" clId="{7D6B2B8A-1A8B-1044-9626-2026DF0B08BF}" dt="2021-09-08T22:42:21.566" v="83" actId="2696"/>
        <pc:sldMkLst>
          <pc:docMk/>
          <pc:sldMk cId="2637307479" sldId="258"/>
        </pc:sldMkLst>
      </pc:sldChg>
      <pc:sldChg chg="addSp delSp modSp del mod">
        <pc:chgData name="Hollingsworth, Joseph" userId="6338ef61-550f-4a52-a8a3-bd9025908f10" providerId="ADAL" clId="{7D6B2B8A-1A8B-1044-9626-2026DF0B08BF}" dt="2021-09-08T22:42:21.566" v="83" actId="2696"/>
        <pc:sldMkLst>
          <pc:docMk/>
          <pc:sldMk cId="3261353906" sldId="259"/>
        </pc:sldMkLst>
        <pc:spChg chg="del topLvl">
          <ac:chgData name="Hollingsworth, Joseph" userId="6338ef61-550f-4a52-a8a3-bd9025908f10" providerId="ADAL" clId="{7D6B2B8A-1A8B-1044-9626-2026DF0B08BF}" dt="2021-09-08T21:23:59.355" v="82" actId="478"/>
          <ac:spMkLst>
            <pc:docMk/>
            <pc:sldMk cId="3261353906" sldId="259"/>
            <ac:spMk id="7" creationId="{00000000-0000-0000-0000-000000000000}"/>
          </ac:spMkLst>
        </pc:spChg>
        <pc:spChg chg="del topLvl">
          <ac:chgData name="Hollingsworth, Joseph" userId="6338ef61-550f-4a52-a8a3-bd9025908f10" providerId="ADAL" clId="{7D6B2B8A-1A8B-1044-9626-2026DF0B08BF}" dt="2021-09-08T21:23:58.007" v="81" actId="478"/>
          <ac:spMkLst>
            <pc:docMk/>
            <pc:sldMk cId="3261353906" sldId="259"/>
            <ac:spMk id="8" creationId="{00000000-0000-0000-0000-000000000000}"/>
          </ac:spMkLst>
        </pc:spChg>
        <pc:spChg chg="mod">
          <ac:chgData name="Hollingsworth, Joseph" userId="6338ef61-550f-4a52-a8a3-bd9025908f10" providerId="ADAL" clId="{7D6B2B8A-1A8B-1044-9626-2026DF0B08BF}" dt="2021-09-08T21:23:01.821" v="56" actId="20577"/>
          <ac:spMkLst>
            <pc:docMk/>
            <pc:sldMk cId="3261353906" sldId="259"/>
            <ac:spMk id="172" creationId="{00000000-0000-0000-0000-000000000000}"/>
          </ac:spMkLst>
        </pc:spChg>
        <pc:spChg chg="mod">
          <ac:chgData name="Hollingsworth, Joseph" userId="6338ef61-550f-4a52-a8a3-bd9025908f10" providerId="ADAL" clId="{7D6B2B8A-1A8B-1044-9626-2026DF0B08BF}" dt="2021-09-08T21:23:33.353" v="78" actId="20577"/>
          <ac:spMkLst>
            <pc:docMk/>
            <pc:sldMk cId="3261353906" sldId="259"/>
            <ac:spMk id="173" creationId="{00000000-0000-0000-0000-000000000000}"/>
          </ac:spMkLst>
        </pc:spChg>
        <pc:grpChg chg="del">
          <ac:chgData name="Hollingsworth, Joseph" userId="6338ef61-550f-4a52-a8a3-bd9025908f10" providerId="ADAL" clId="{7D6B2B8A-1A8B-1044-9626-2026DF0B08BF}" dt="2021-09-08T21:23:58.007" v="81" actId="478"/>
          <ac:grpSpMkLst>
            <pc:docMk/>
            <pc:sldMk cId="3261353906" sldId="259"/>
            <ac:grpSpMk id="6" creationId="{00000000-0000-0000-0000-000000000000}"/>
          </ac:grpSpMkLst>
        </pc:grpChg>
        <pc:picChg chg="add mod">
          <ac:chgData name="Hollingsworth, Joseph" userId="6338ef61-550f-4a52-a8a3-bd9025908f10" providerId="ADAL" clId="{7D6B2B8A-1A8B-1044-9626-2026DF0B08BF}" dt="2021-09-08T21:23:55.666" v="80" actId="1076"/>
          <ac:picMkLst>
            <pc:docMk/>
            <pc:sldMk cId="3261353906" sldId="259"/>
            <ac:picMk id="3" creationId="{29DB307D-AD70-1643-9AE7-6B213AE454E1}"/>
          </ac:picMkLst>
        </pc:picChg>
        <pc:picChg chg="del">
          <ac:chgData name="Hollingsworth, Joseph" userId="6338ef61-550f-4a52-a8a3-bd9025908f10" providerId="ADAL" clId="{7D6B2B8A-1A8B-1044-9626-2026DF0B08BF}" dt="2021-09-08T21:21:45.444" v="46" actId="478"/>
          <ac:picMkLst>
            <pc:docMk/>
            <pc:sldMk cId="3261353906" sldId="259"/>
            <ac:picMk id="174" creationId="{00000000-0000-0000-0000-000000000000}"/>
          </ac:picMkLst>
        </pc:picChg>
        <pc:picChg chg="del">
          <ac:chgData name="Hollingsworth, Joseph" userId="6338ef61-550f-4a52-a8a3-bd9025908f10" providerId="ADAL" clId="{7D6B2B8A-1A8B-1044-9626-2026DF0B08BF}" dt="2021-09-08T21:21:44.256" v="45" actId="478"/>
          <ac:picMkLst>
            <pc:docMk/>
            <pc:sldMk cId="3261353906" sldId="259"/>
            <ac:picMk id="175" creationId="{00000000-0000-0000-0000-000000000000}"/>
          </ac:picMkLst>
        </pc:picChg>
      </pc:sldChg>
      <pc:sldChg chg="del">
        <pc:chgData name="Hollingsworth, Joseph" userId="6338ef61-550f-4a52-a8a3-bd9025908f10" providerId="ADAL" clId="{7D6B2B8A-1A8B-1044-9626-2026DF0B08BF}" dt="2021-09-08T22:42:42.670" v="124" actId="2696"/>
        <pc:sldMkLst>
          <pc:docMk/>
          <pc:sldMk cId="2755810600" sldId="260"/>
        </pc:sldMkLst>
      </pc:sldChg>
      <pc:sldChg chg="del">
        <pc:chgData name="Hollingsworth, Joseph" userId="6338ef61-550f-4a52-a8a3-bd9025908f10" providerId="ADAL" clId="{7D6B2B8A-1A8B-1044-9626-2026DF0B08BF}" dt="2021-09-08T22:42:21.566" v="83" actId="2696"/>
        <pc:sldMkLst>
          <pc:docMk/>
          <pc:sldMk cId="103186050" sldId="302"/>
        </pc:sldMkLst>
      </pc:sldChg>
      <pc:sldChg chg="del">
        <pc:chgData name="Hollingsworth, Joseph" userId="6338ef61-550f-4a52-a8a3-bd9025908f10" providerId="ADAL" clId="{7D6B2B8A-1A8B-1044-9626-2026DF0B08BF}" dt="2021-09-08T22:42:21.566" v="83" actId="2696"/>
        <pc:sldMkLst>
          <pc:docMk/>
          <pc:sldMk cId="3439116799" sldId="303"/>
        </pc:sldMkLst>
      </pc:sldChg>
      <pc:sldChg chg="del">
        <pc:chgData name="Hollingsworth, Joseph" userId="6338ef61-550f-4a52-a8a3-bd9025908f10" providerId="ADAL" clId="{7D6B2B8A-1A8B-1044-9626-2026DF0B08BF}" dt="2021-09-08T22:42:21.566" v="83" actId="2696"/>
        <pc:sldMkLst>
          <pc:docMk/>
          <pc:sldMk cId="3203562785" sldId="304"/>
        </pc:sldMkLst>
      </pc:sldChg>
      <pc:sldChg chg="del">
        <pc:chgData name="Hollingsworth, Joseph" userId="6338ef61-550f-4a52-a8a3-bd9025908f10" providerId="ADAL" clId="{7D6B2B8A-1A8B-1044-9626-2026DF0B08BF}" dt="2021-09-08T22:42:41.778" v="123" actId="2696"/>
        <pc:sldMkLst>
          <pc:docMk/>
          <pc:sldMk cId="4273818967" sldId="310"/>
        </pc:sldMkLst>
      </pc:sldChg>
      <pc:sldChg chg="del">
        <pc:chgData name="Hollingsworth, Joseph" userId="6338ef61-550f-4a52-a8a3-bd9025908f10" providerId="ADAL" clId="{7D6B2B8A-1A8B-1044-9626-2026DF0B08BF}" dt="2021-09-08T22:42:21.566" v="83" actId="2696"/>
        <pc:sldMkLst>
          <pc:docMk/>
          <pc:sldMk cId="20828598" sldId="311"/>
        </pc:sldMkLst>
      </pc:sldChg>
      <pc:sldChg chg="add del">
        <pc:chgData name="Hollingsworth, Joseph" userId="6338ef61-550f-4a52-a8a3-bd9025908f10" providerId="ADAL" clId="{7D6B2B8A-1A8B-1044-9626-2026DF0B08BF}" dt="2021-09-08T22:42:21.566" v="83" actId="2696"/>
        <pc:sldMkLst>
          <pc:docMk/>
          <pc:sldMk cId="67800652" sldId="313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18:17:30.0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2009 757 24575,'-1183'0'0,"1126"-2"0,0-2 0,0-4 0,-76-18 0,-162-61 0,261 76 0,16 6 0,0-1 0,0-1 0,1-1 0,0 0 0,0-2 0,-20-14 0,33 21 0,-1-1 0,1 1 0,1-1 0,-1 0 0,0 0 0,1-1 0,0 1 0,0-1 0,0 0 0,1 1 0,0-1 0,-1 0 0,2-1 0,-1 1 0,1 0 0,-1 0 0,1-1 0,1 1 0,-1-1 0,1 1 0,0-1 0,0 1 0,1 0 0,0-1 0,0 1 0,2-8 0,1 0 0,0 1 0,1 0 0,0 0 0,1 0 0,0 1 0,1 0 0,0 0 0,1 1 0,12-14 0,-6 10 0,1 0 0,1 1 0,0 1 0,0 1 0,28-15 0,-4 7 0,1 2 0,0 2 0,1 2 0,81-15 0,-70 20 0,93 1 0,7-1 0,271-8 0,-146 13 0,-115-15 0,-63 5 0,-18 4 0,161-11 0,587 19 0,-388 3 0,-398-1 0,60 12 0,10 0 0,-83-12 0,0 0 0,1 1 0,-1 1 0,1 1 0,-1 2 0,0 2 0,32 11 0,-15-1 0,0-3 0,92 18 0,105 0 0,-227-31 0,32 3 0,0 3 0,71 20 0,-72-15 0,-28-8 0,0 1 0,-1 1 0,0 1 0,27 14 0,-41-18 0,-1 0 0,1-1 0,-1 2 0,0-1 0,0 0 0,-1 1 0,0 0 0,1 0 0,-2 1 0,1-1 0,-1 1 0,1-1 0,-1 1 0,-1 0 0,1 0 0,-1 1 0,0-1 0,1 13 0,-1-11 0,-1 0 0,0 0 0,-1 0 0,0 0 0,0 1 0,-1-1 0,0 0 0,0 0 0,-1 0 0,0 0 0,0-1 0,-1 1 0,0 0 0,-1-1 0,1 0 0,-1 0 0,-1 0 0,1 0 0,-1-1 0,0 1 0,-1-1 0,0-1 0,0 1 0,0-1 0,0 0 0,-1 0 0,0-1 0,0 0 0,0 0 0,0 0 0,-13 3 0,-47 16 0,-1-4 0,0-3 0,-1-2 0,-113 6 0,-289-14 0,275-9 0,-1653 3-1365,1816 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18:17:34.1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1693 65 24575,'0'-2'0,"0"0"0,0 0 0,-1-1 0,1 1 0,-1 0 0,1 0 0,-1 0 0,0 0 0,1 0 0,-1 0 0,0 0 0,0 0 0,-1 0 0,1 0 0,0 0 0,-1 0 0,1 1 0,-1-1 0,1 1 0,-1-1 0,0 1 0,0-1 0,0 1 0,0 0 0,0 0 0,0 0 0,0 0 0,0 0 0,-3 0 0,-6-2 0,0 1 0,-1 0 0,1 1 0,-18-1 0,16 2 0,-522-3 0,262 6 0,120-5 0,-171 5 0,298-1 0,0 1 0,-48 13 0,62-13 0,-1 1 0,1 1 0,0 0 0,1 0 0,0 2 0,0-1 0,-20 16 0,27-18 0,0-1 0,1 0 0,0 1 0,0 0 0,0 0 0,0 0 0,0 0 0,1 0 0,0 1 0,-1-1 0,2 1 0,-1-1 0,1 1 0,-1 0 0,1 0 0,-1 9 0,3-6 0,-1-1 0,1 1 0,0-1 0,0 0 0,1 1 0,0-1 0,0 0 0,1 0 0,0 0 0,5 8 0,1 1 0,2 0 0,0-1 0,1 0 0,0-1 0,1 0 0,1-1 0,0-1 0,19 13 0,-1-5 0,1-2 0,1-1 0,69 25 0,113 18 0,-47-25 0,82 22 0,-199-40 0,2-3 0,0-2 0,78 8 0,-16-11 0,193 9 0,623-19 0,-729 18 0,-139-9 0,123 22 0,-108-15 0,132 7 0,-182-21 0,307 16 0,218-4 0,-351-15 0,1096 2 0,-1265-2 0,0-1 0,37-9 0,-32 5 0,-28 5 0,0 0 0,-1 0 0,1-1 0,-1-1 0,0 1 0,0-2 0,0 1 0,-1-2 0,0 1 0,0-1 0,0 0 0,0-1 0,-1 0 0,0-1 0,-1 1 0,1-2 0,-2 1 0,1-1 0,-1 0 0,0 0 0,-1 0 0,0-1 0,-1 0 0,0 0 0,0 0 0,-1-1 0,3-15 0,-2-20 0,-2-1 0,-1 0 0,-7-48 0,5 85 0,-1 1 0,0 1 0,-1-1 0,0 0 0,0 1 0,-1-1 0,0 1 0,-1 0 0,0 0 0,0 1 0,0-1 0,-1 1 0,0 0 0,-12-10 0,-9-6 0,-1 2 0,-44-27 0,59 39 0,-1 1 0,-1 1 0,1 0 0,-1 0 0,0 2 0,-21-6 0,-80-10 0,80 17 0,0-3 0,-43-13 0,44 8 0,0 1 0,-1 2 0,0 1 0,0 2 0,-56-2 0,-738 8 0,326 3 0,-2140-3-1365,2604 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18:18:12.1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5145 2 24575,'-77'0'0,"-403"18"0,310 1 0,-113 15 0,-5-11 0,-3-25 0,90 0 0,5 4 0,-294-10 0,256-23 0,61 6 0,-278-4 0,-763 30 0,1190-1 0,1 2 0,-1 0 0,0 2 0,1 0 0,-1 2 0,-23 9 0,36-11 0,0 0 0,0 1 0,1 0 0,0 1 0,0 0 0,0 1 0,0 0 0,1 0 0,1 1 0,-1 1 0,1-1 0,0 1 0,1 0 0,-8 14 0,-13 30 0,-27 75 0,46-100 0,2 1 0,1 0 0,-2 35 0,3-27 0,-11 47 0,-1-24 0,-13 46 0,-21 144 0,22 168 0,30 5 0,1-166 0,-2-211 0,3-1 0,1 1 0,2-1 0,2 0 0,3 0 0,1-1 0,34 81 0,-24-73 0,3-1 0,37 58 0,-51-93 0,1 0 0,0-1 0,1 0 0,0-1 0,1-1 0,1 0 0,0-1 0,1-1 0,0 0 0,22 10 0,8-1 0,59 17 0,25 10 0,-93-31 0,0-1 0,1-2 0,0-2 0,1-1 0,0-2 0,0-2 0,53 2 0,3-8 0,-49-1 0,-1 1 0,1 3 0,51 9 0,3 6 0,193 9 0,105-27 0,-183-2 0,-58 1 0,374 14 0,295 8 0,-566-23 0,768 2 0,-921-4 0,1-5 0,151-33 0,-38-13 0,-120 27 0,249-79 0,-302 88 0,-1-2 0,-1-2 0,-1-2 0,-1-2 0,44-36 0,-67 45 0,-1-1 0,-1-1 0,-1-1 0,-1-1 0,18-28 0,64-128 0,-34 57 0,-19 31 0,-3-2 0,-5-2 0,35-132 0,-63 190 0,-3 0 0,0-1 0,1-55 0,-9-112 0,-1 98 0,0 23 0,-3 0 0,-22-110 0,21 168 0,-1 0 0,-1 1 0,-1-1 0,-1 2 0,-1-1 0,-1 2 0,-1-1 0,-1 2 0,-27-34 0,21 38 0,0 0 0,0 1 0,-2 1 0,-27-14 0,-39-28 0,34 17 0,-2 3 0,-1 3 0,-2 2 0,-1 2 0,-1 4 0,-2 1 0,-75-17 0,-357-68 0,450 100 0,0-2 0,1-1 0,-53-25 0,41 20-125,0 2-1,-1 2 1,-98-10-1,105 17-737,-2-1-5963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386005-8F80-1A49-87D1-22EBFA47E352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5CF600-4147-7540-9DE4-6C8272E0E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493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BF035C-C190-4FBE-9474-8535FCFBFED8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273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494292-921C-426B-9C45-35E1E1C6101A}" type="slidenum">
              <a:rPr lang="en-US" smtClean="0">
                <a:cs typeface="Arial" pitchFamily="34" charset="0"/>
              </a:rPr>
              <a:pPr/>
              <a:t>4</a:t>
            </a:fld>
            <a:endParaRPr lang="en-US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40898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BF035C-C190-4FBE-9474-8535FCFBFED8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9549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28" name="Shape 12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 defTabSz="914400">
              <a:lnSpc>
                <a:spcPct val="100000"/>
              </a:lnSpc>
              <a:defRPr sz="1800"/>
            </a:pPr>
            <a:r>
              <a:rPr sz="1200" b="1">
                <a:latin typeface="Lucida Sans"/>
                <a:ea typeface="Lucida Sans"/>
                <a:cs typeface="Lucida Sans"/>
                <a:sym typeface="Lucida Sans"/>
              </a:rPr>
              <a:t>Argument for main </a:t>
            </a:r>
            <a:r>
              <a:rPr sz="1200">
                <a:latin typeface="Lucida Sans"/>
                <a:ea typeface="Lucida Sans"/>
                <a:cs typeface="Lucida Sans"/>
                <a:sym typeface="Lucida Sans"/>
              </a:rPr>
              <a:t>is not optional.  Must be there.</a:t>
            </a:r>
            <a:endParaRPr sz="1200">
              <a:latin typeface="Gill Sans"/>
              <a:ea typeface="Gill Sans"/>
              <a:cs typeface="Gill Sans"/>
              <a:sym typeface="Gill Sans"/>
            </a:endParaRPr>
          </a:p>
          <a:p>
            <a:pPr lvl="0" defTabSz="914400">
              <a:lnSpc>
                <a:spcPct val="100000"/>
              </a:lnSpc>
              <a:defRPr sz="1800"/>
            </a:pPr>
            <a:endParaRPr sz="1200">
              <a:latin typeface="Lucida Sans"/>
              <a:ea typeface="Lucida Sans"/>
              <a:cs typeface="Lucida Sans"/>
              <a:sym typeface="Lucida Sans"/>
            </a:endParaRPr>
          </a:p>
          <a:p>
            <a:pPr lvl="0" defTabSz="914400">
              <a:lnSpc>
                <a:spcPct val="100000"/>
              </a:lnSpc>
              <a:defRPr sz="1800"/>
            </a:pPr>
            <a:endParaRPr sz="12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3443566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E745-2C70-2943-8487-A8F6E88ADF5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CDD0D-FB12-FE4B-87F9-1BD2B023F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44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E745-2C70-2943-8487-A8F6E88ADF5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CDD0D-FB12-FE4B-87F9-1BD2B023F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484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E745-2C70-2943-8487-A8F6E88ADF5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CDD0D-FB12-FE4B-87F9-1BD2B023F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236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E745-2C70-2943-8487-A8F6E88ADF5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CDD0D-FB12-FE4B-87F9-1BD2B023F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684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E745-2C70-2943-8487-A8F6E88ADF5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CDD0D-FB12-FE4B-87F9-1BD2B023F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129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E745-2C70-2943-8487-A8F6E88ADF5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CDD0D-FB12-FE4B-87F9-1BD2B023F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329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E745-2C70-2943-8487-A8F6E88ADF5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CDD0D-FB12-FE4B-87F9-1BD2B023F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503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E745-2C70-2943-8487-A8F6E88ADF5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CDD0D-FB12-FE4B-87F9-1BD2B023F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49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E745-2C70-2943-8487-A8F6E88ADF5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CDD0D-FB12-FE4B-87F9-1BD2B023F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319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E745-2C70-2943-8487-A8F6E88ADF5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CDD0D-FB12-FE4B-87F9-1BD2B023F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281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E745-2C70-2943-8487-A8F6E88ADF5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CDD0D-FB12-FE4B-87F9-1BD2B023F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878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7E745-2C70-2943-8487-A8F6E88ADF5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3CDD0D-FB12-FE4B-87F9-1BD2B023F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080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customXml" Target="../ink/ink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0571" y="1268534"/>
            <a:ext cx="5442857" cy="2492975"/>
          </a:xfrm>
        </p:spPr>
        <p:txBody>
          <a:bodyPr>
            <a:normAutofit/>
          </a:bodyPr>
          <a:lstStyle/>
          <a:p>
            <a:r>
              <a:rPr lang="en-US" sz="4800" b="1" dirty="0"/>
              <a:t>Object Introduction</a:t>
            </a:r>
            <a:br>
              <a:rPr lang="en-US" sz="4800" b="1" dirty="0"/>
            </a:br>
            <a:br>
              <a:rPr lang="en-US" sz="4800" b="1" dirty="0"/>
            </a:br>
            <a:r>
              <a:rPr lang="en-US" sz="4800" i="1" dirty="0" err="1"/>
              <a:t>MapsAndObjectIntro</a:t>
            </a:r>
            <a:endParaRPr lang="en-US" sz="48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0E97DA-7315-6FD2-092B-F90416239139}"/>
              </a:ext>
            </a:extLst>
          </p:cNvPr>
          <p:cNvSpPr/>
          <p:nvPr/>
        </p:nvSpPr>
        <p:spPr>
          <a:xfrm>
            <a:off x="304800" y="5276850"/>
            <a:ext cx="8534400" cy="12954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rgbClr val="FFFFFF"/>
                </a:solidFill>
              </a:rPr>
              <a:t>The </a:t>
            </a:r>
            <a:r>
              <a:rPr lang="en-US" sz="2400" i="1" dirty="0">
                <a:solidFill>
                  <a:srgbClr val="FFFFFF"/>
                </a:solidFill>
              </a:rPr>
              <a:t>git</a:t>
            </a:r>
            <a:r>
              <a:rPr lang="en-US" sz="2400" dirty="0">
                <a:solidFill>
                  <a:srgbClr val="FFFFFF"/>
                </a:solidFill>
              </a:rPr>
              <a:t> projects for today are: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 err="1"/>
              <a:t>PracticeMapsAndObjectIntro</a:t>
            </a:r>
            <a:endParaRPr lang="en-US" sz="2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 err="1"/>
              <a:t>PracticeSolutionMapsAndObjectIntro</a:t>
            </a: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1185710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 – What, When, Why, &amp; How?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What:</a:t>
            </a:r>
          </a:p>
          <a:p>
            <a:r>
              <a:rPr lang="en-US" dirty="0"/>
              <a:t>A blueprint for a custom </a:t>
            </a:r>
            <a:r>
              <a:rPr lang="en-US" b="1" dirty="0"/>
              <a:t>type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When:</a:t>
            </a:r>
          </a:p>
          <a:p>
            <a:r>
              <a:rPr lang="en-US" dirty="0"/>
              <a:t>Define a class when you’re representing a concept (think nouns)</a:t>
            </a:r>
          </a:p>
          <a:p>
            <a:r>
              <a:rPr lang="en-US" dirty="0"/>
              <a:t>When no other existing type can do what you want/need</a:t>
            </a:r>
          </a:p>
        </p:txBody>
      </p:sp>
    </p:spTree>
    <p:extLst>
      <p:ext uri="{BB962C8B-B14F-4D97-AF65-F5344CB8AC3E}">
        <p14:creationId xmlns:p14="http://schemas.microsoft.com/office/powerpoint/2010/main" val="2434022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– What, When, Why, &amp; How?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Why:</a:t>
            </a:r>
          </a:p>
          <a:p>
            <a:r>
              <a:rPr lang="en-US" dirty="0"/>
              <a:t>Keep similar concepts together</a:t>
            </a:r>
          </a:p>
          <a:p>
            <a:r>
              <a:rPr lang="en-US" dirty="0"/>
              <a:t>Encapsulation (we’ll expand on this next time)</a:t>
            </a:r>
          </a:p>
          <a:p>
            <a:pPr marL="0" indent="0">
              <a:buNone/>
            </a:pPr>
            <a:r>
              <a:rPr lang="en-US" dirty="0"/>
              <a:t>How: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//fields – appear here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//methods – come next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358212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Using Objects and Methods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44674" y="1374732"/>
            <a:ext cx="8229600" cy="5163854"/>
          </a:xfrm>
        </p:spPr>
        <p:txBody>
          <a:bodyPr>
            <a:normAutofit/>
          </a:bodyPr>
          <a:lstStyle/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/>
              <a:t>Works just like Python:</a:t>
            </a:r>
          </a:p>
          <a:p>
            <a:pPr marL="621792" lvl="1" eaLnBrk="1" fontAlgn="auto" hangingPunct="1"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r>
              <a:rPr lang="en-US" i="1" dirty="0" err="1">
                <a:solidFill>
                  <a:schemeClr val="accent4"/>
                </a:solidFill>
                <a:latin typeface="Consolas" pitchFamily="49" charset="0"/>
              </a:rPr>
              <a:t>object</a:t>
            </a:r>
            <a:r>
              <a:rPr lang="en-US" dirty="0" err="1">
                <a:solidFill>
                  <a:schemeClr val="accent4"/>
                </a:solidFill>
                <a:latin typeface="Consolas" pitchFamily="49" charset="0"/>
              </a:rPr>
              <a:t>.</a:t>
            </a:r>
            <a:r>
              <a:rPr lang="en-US" i="1" dirty="0" err="1">
                <a:solidFill>
                  <a:schemeClr val="accent4"/>
                </a:solidFill>
                <a:latin typeface="Consolas" pitchFamily="49" charset="0"/>
              </a:rPr>
              <a:t>method</a:t>
            </a:r>
            <a:r>
              <a:rPr lang="en-US" dirty="0">
                <a:solidFill>
                  <a:schemeClr val="accent4"/>
                </a:solidFill>
                <a:latin typeface="Consolas" pitchFamily="49" charset="0"/>
              </a:rPr>
              <a:t>(</a:t>
            </a:r>
            <a:r>
              <a:rPr lang="en-US" i="1" dirty="0">
                <a:solidFill>
                  <a:schemeClr val="accent4"/>
                </a:solidFill>
                <a:latin typeface="Consolas" pitchFamily="49" charset="0"/>
              </a:rPr>
              <a:t>argument</a:t>
            </a:r>
            <a:r>
              <a:rPr lang="en-US" dirty="0">
                <a:solidFill>
                  <a:schemeClr val="accent4"/>
                </a:solidFill>
                <a:latin typeface="Consolas" pitchFamily="49" charset="0"/>
              </a:rPr>
              <a:t>, ...)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None/>
              <a:defRPr/>
            </a:pPr>
            <a:endParaRPr lang="en-US" dirty="0"/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None/>
              <a:defRPr/>
            </a:pPr>
            <a:endParaRPr lang="en-US" dirty="0"/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endParaRPr lang="en-US" dirty="0"/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/>
              <a:t>Two examples in Java:</a:t>
            </a:r>
          </a:p>
        </p:txBody>
      </p:sp>
      <p:cxnSp>
        <p:nvCxnSpPr>
          <p:cNvPr id="4" name="Straight Arrow Connector 3"/>
          <p:cNvCxnSpPr>
            <a:cxnSpLocks/>
            <a:endCxn id="5" idx="0"/>
          </p:cNvCxnSpPr>
          <p:nvPr/>
        </p:nvCxnSpPr>
        <p:spPr>
          <a:xfrm>
            <a:off x="1872936" y="2362819"/>
            <a:ext cx="405578" cy="628650"/>
          </a:xfrm>
          <a:prstGeom prst="straightConnector1">
            <a:avLst/>
          </a:prstGeom>
          <a:ln w="28575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87110" y="2991469"/>
            <a:ext cx="2582807" cy="9233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dirty="0"/>
              <a:t>The controlling object</a:t>
            </a:r>
          </a:p>
          <a:p>
            <a:pPr algn="ctr">
              <a:defRPr/>
            </a:pPr>
            <a:r>
              <a:rPr lang="en-US" dirty="0"/>
              <a:t>is an </a:t>
            </a:r>
            <a:r>
              <a:rPr lang="en-US" i="1" dirty="0"/>
              <a:t>implicit</a:t>
            </a:r>
            <a:r>
              <a:rPr lang="en-US" dirty="0"/>
              <a:t> argument</a:t>
            </a:r>
          </a:p>
          <a:p>
            <a:pPr algn="ctr">
              <a:defRPr/>
            </a:pPr>
            <a:r>
              <a:rPr lang="en-US" dirty="0"/>
              <a:t>passed to method</a:t>
            </a:r>
          </a:p>
        </p:txBody>
      </p:sp>
      <p:cxnSp>
        <p:nvCxnSpPr>
          <p:cNvPr id="10" name="Straight Arrow Connector 9"/>
          <p:cNvCxnSpPr>
            <a:cxnSpLocks/>
            <a:endCxn id="11" idx="0"/>
          </p:cNvCxnSpPr>
          <p:nvPr/>
        </p:nvCxnSpPr>
        <p:spPr>
          <a:xfrm>
            <a:off x="4709787" y="2337766"/>
            <a:ext cx="1108161" cy="628650"/>
          </a:xfrm>
          <a:prstGeom prst="straightConnector1">
            <a:avLst/>
          </a:prstGeom>
          <a:ln w="28575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195436" y="2966416"/>
            <a:ext cx="3245023" cy="64633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/>
              <a:t>Explicit </a:t>
            </a:r>
            <a:r>
              <a:rPr lang="en-US" dirty="0"/>
              <a:t>arguments always appear inside the (  and  )</a:t>
            </a:r>
          </a:p>
        </p:txBody>
      </p:sp>
      <p:sp>
        <p:nvSpPr>
          <p:cNvPr id="20488" name="TextBox 14"/>
          <p:cNvSpPr txBox="1">
            <a:spLocks noChangeArrowheads="1"/>
          </p:cNvSpPr>
          <p:nvPr/>
        </p:nvSpPr>
        <p:spPr bwMode="auto">
          <a:xfrm>
            <a:off x="338204" y="4913312"/>
            <a:ext cx="8248584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ArrayList&lt;Integer&gt; scores = new ArrayList&lt;&gt;();</a:t>
            </a:r>
          </a:p>
          <a:p>
            <a:r>
              <a:rPr lang="en-US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scores.add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(78); // </a:t>
            </a:r>
            <a:r>
              <a:rPr lang="en-US" b="1" i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scores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is controlling object</a:t>
            </a:r>
          </a:p>
          <a:p>
            <a:endParaRPr lang="en-US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String name = "Bob </a:t>
            </a:r>
            <a:r>
              <a:rPr lang="en-US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Forapples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";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 </a:t>
            </a:r>
            <a:r>
              <a:rPr lang="en-US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nameLen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name.length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(); // </a:t>
            </a:r>
            <a:r>
              <a:rPr lang="en-US" b="1" i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is controlling object</a:t>
            </a:r>
          </a:p>
          <a:p>
            <a:endParaRPr lang="en-US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06696" y="1292378"/>
            <a:ext cx="2343150" cy="64633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dirty="0"/>
              <a:t>“Who does what, with what?”</a:t>
            </a:r>
          </a:p>
        </p:txBody>
      </p:sp>
    </p:spTree>
    <p:extLst>
      <p:ext uri="{BB962C8B-B14F-4D97-AF65-F5344CB8AC3E}">
        <p14:creationId xmlns:p14="http://schemas.microsoft.com/office/powerpoint/2010/main" val="2008419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Constructors – What, When, Why, How?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What:</a:t>
            </a:r>
          </a:p>
          <a:p>
            <a:r>
              <a:rPr lang="en-US" dirty="0"/>
              <a:t>Special method called when a new object instance of a class is created</a:t>
            </a:r>
          </a:p>
          <a:p>
            <a:r>
              <a:rPr lang="en-US" dirty="0"/>
              <a:t>Initializes the new object instance</a:t>
            </a:r>
          </a:p>
          <a:p>
            <a:r>
              <a:rPr lang="en-US" dirty="0"/>
              <a:t>Like the __</a:t>
            </a:r>
            <a:r>
              <a:rPr lang="en-US" dirty="0" err="1"/>
              <a:t>init</a:t>
            </a:r>
            <a:r>
              <a:rPr lang="en-US" dirty="0"/>
              <a:t>__ method in Python</a:t>
            </a:r>
          </a:p>
          <a:p>
            <a:pPr marL="0" indent="0">
              <a:buNone/>
            </a:pPr>
            <a:r>
              <a:rPr lang="en-US" dirty="0"/>
              <a:t>When:</a:t>
            </a:r>
          </a:p>
          <a:p>
            <a:r>
              <a:rPr lang="en-US" dirty="0"/>
              <a:t>Define a constructor when special initialization of a class's fields is required</a:t>
            </a:r>
          </a:p>
          <a:p>
            <a:r>
              <a:rPr lang="en-US" dirty="0"/>
              <a:t>Otherwise, Java implicitly creates a no-argument constructor if you don’t add one, but it does not do anything</a:t>
            </a:r>
          </a:p>
        </p:txBody>
      </p:sp>
    </p:spTree>
    <p:extLst>
      <p:ext uri="{BB962C8B-B14F-4D97-AF65-F5344CB8AC3E}">
        <p14:creationId xmlns:p14="http://schemas.microsoft.com/office/powerpoint/2010/main" val="4164257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Constructors – What, When, Why, How?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102" y="1287050"/>
            <a:ext cx="8686800" cy="45259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Why:</a:t>
            </a:r>
          </a:p>
          <a:p>
            <a:r>
              <a:rPr lang="en-US" dirty="0"/>
              <a:t>Allows you to ensure that a new object instance is initialized exactly how it needs to be before calling other methods/fields</a:t>
            </a:r>
          </a:p>
          <a:p>
            <a:r>
              <a:rPr lang="en-US" dirty="0"/>
              <a:t>Puts object in a legal initial state</a:t>
            </a:r>
          </a:p>
          <a:p>
            <a:pPr marL="0" indent="0">
              <a:buNone/>
            </a:pPr>
            <a:r>
              <a:rPr lang="en-US" dirty="0"/>
              <a:t>How: </a:t>
            </a:r>
            <a:r>
              <a:rPr lang="en-US" b="1" dirty="0"/>
              <a:t>always has the same name as the class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MyClass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MyClass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	//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code of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parameterless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constructor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MyClass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ParamType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paramName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	//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code of 1 parameter constructor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340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Constructors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num = 5;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bool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isEmpty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true;</a:t>
            </a:r>
          </a:p>
          <a:p>
            <a:pPr lvl="1"/>
            <a:r>
              <a:rPr lang="en-US" dirty="0"/>
              <a:t>This works for primitive data types</a:t>
            </a:r>
          </a:p>
          <a:p>
            <a:pPr lvl="1"/>
            <a:endParaRPr lang="en-US" dirty="0"/>
          </a:p>
          <a:p>
            <a:r>
              <a:rPr lang="en-US" dirty="0"/>
              <a:t>What about how do we initialize an “object”  that is made from a class?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7C39C3-65FD-5742-980B-25A80B4D78D6}"/>
              </a:ext>
            </a:extLst>
          </p:cNvPr>
          <p:cNvSpPr/>
          <p:nvPr/>
        </p:nvSpPr>
        <p:spPr>
          <a:xfrm>
            <a:off x="338203" y="1540701"/>
            <a:ext cx="7728559" cy="17661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529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/>
          <p:nvPr/>
        </p:nvSpPr>
        <p:spPr>
          <a:xfrm>
            <a:off x="660400" y="2836151"/>
            <a:ext cx="8267700" cy="907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100" tIns="38100" rIns="38100" bIns="38100">
            <a:spAutoFit/>
          </a:bodyPr>
          <a:lstStyle/>
          <a:p>
            <a:pPr lvl="0" algn="l">
              <a:defRPr sz="1800"/>
            </a:pPr>
            <a:r>
              <a:rPr lang="en-US" sz="2200" b="1" dirty="0">
                <a:latin typeface="Courier New"/>
                <a:ea typeface="Courier New"/>
                <a:cs typeface="Courier New"/>
                <a:sym typeface="Courier New"/>
              </a:rPr>
              <a:t>Rectangle box = new Rectangle(0, 0, 5, 5);</a:t>
            </a:r>
            <a:endParaRPr sz="2200"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 lvl="0" algn="l">
              <a:defRPr sz="1800"/>
            </a:pPr>
            <a:endParaRPr sz="3200" dirty="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3" name="Shape 103"/>
          <p:cNvSpPr>
            <a:spLocks noGrp="1"/>
          </p:cNvSpPr>
          <p:nvPr>
            <p:ph type="title"/>
          </p:nvPr>
        </p:nvSpPr>
        <p:spPr>
          <a:xfrm>
            <a:off x="457200" y="529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Lucida Sans"/>
                <a:ea typeface="Lucida Sans"/>
                <a:cs typeface="Lucida Sans"/>
                <a:sym typeface="Lucida Sans"/>
              </a:defRPr>
            </a:lvl1pPr>
          </a:lstStyle>
          <a:p>
            <a:pPr lvl="0">
              <a:defRPr sz="1800"/>
            </a:pPr>
            <a:r>
              <a:rPr lang="en-US" sz="4400" dirty="0"/>
              <a:t>Using Constructors</a:t>
            </a:r>
            <a:endParaRPr sz="4400" dirty="0"/>
          </a:p>
        </p:txBody>
      </p:sp>
      <p:grpSp>
        <p:nvGrpSpPr>
          <p:cNvPr id="108" name="Group 108"/>
          <p:cNvGrpSpPr/>
          <p:nvPr/>
        </p:nvGrpSpPr>
        <p:grpSpPr>
          <a:xfrm>
            <a:off x="838198" y="1487304"/>
            <a:ext cx="2743064" cy="1405468"/>
            <a:chOff x="-1" y="-1"/>
            <a:chExt cx="2743062" cy="1405467"/>
          </a:xfrm>
        </p:grpSpPr>
        <p:sp>
          <p:nvSpPr>
            <p:cNvPr id="104" name="Shape 104"/>
            <p:cNvSpPr/>
            <p:nvPr/>
          </p:nvSpPr>
          <p:spPr>
            <a:xfrm flipV="1">
              <a:off x="685799" y="850898"/>
              <a:ext cx="1202682" cy="554568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algn="l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grpSp>
          <p:nvGrpSpPr>
            <p:cNvPr id="107" name="Group 107"/>
            <p:cNvGrpSpPr/>
            <p:nvPr/>
          </p:nvGrpSpPr>
          <p:grpSpPr>
            <a:xfrm>
              <a:off x="-1" y="-1"/>
              <a:ext cx="2743062" cy="795107"/>
              <a:chOff x="0" y="0"/>
              <a:chExt cx="2743060" cy="795105"/>
            </a:xfrm>
          </p:grpSpPr>
          <p:sp>
            <p:nvSpPr>
              <p:cNvPr id="105" name="Shape 105"/>
              <p:cNvSpPr/>
              <p:nvPr/>
            </p:nvSpPr>
            <p:spPr>
              <a:xfrm>
                <a:off x="0" y="56445"/>
                <a:ext cx="2743060" cy="738660"/>
              </a:xfrm>
              <a:prstGeom prst="rect">
                <a:avLst/>
              </a:prstGeom>
              <a:solidFill>
                <a:srgbClr val="FFFF33"/>
              </a:solidFill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algn="l">
                  <a:defRPr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/>
              </a:p>
            </p:txBody>
          </p:sp>
          <p:sp>
            <p:nvSpPr>
              <p:cNvPr id="106" name="Shape 106"/>
              <p:cNvSpPr/>
              <p:nvPr/>
            </p:nvSpPr>
            <p:spPr>
              <a:xfrm>
                <a:off x="0" y="0"/>
                <a:ext cx="2743060" cy="73866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91439" tIns="91439" rIns="91439" bIns="91439" numCol="1" anchor="t">
                <a:spAutoFit/>
              </a:bodyPr>
              <a:lstStyle/>
              <a:p>
                <a:pPr lvl="0" algn="l">
                  <a:defRPr sz="1800"/>
                </a:pPr>
                <a:r>
                  <a:rPr dirty="0">
                    <a:latin typeface="Arial"/>
                    <a:ea typeface="Arial"/>
                    <a:cs typeface="Arial"/>
                    <a:sym typeface="Arial"/>
                  </a:rPr>
                  <a:t>In Java, all variable</a:t>
                </a:r>
                <a:r>
                  <a:rPr lang="en-US" dirty="0">
                    <a:latin typeface="Arial"/>
                    <a:ea typeface="Arial"/>
                    <a:cs typeface="Arial"/>
                    <a:sym typeface="Arial"/>
                  </a:rPr>
                  <a:t>s must have a type</a:t>
                </a:r>
                <a:endParaRPr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8" name="Group 118"/>
          <p:cNvGrpSpPr/>
          <p:nvPr/>
        </p:nvGrpSpPr>
        <p:grpSpPr>
          <a:xfrm>
            <a:off x="660400" y="3231437"/>
            <a:ext cx="3340100" cy="1566105"/>
            <a:chOff x="0" y="0"/>
            <a:chExt cx="3340100" cy="1981199"/>
          </a:xfrm>
        </p:grpSpPr>
        <p:sp>
          <p:nvSpPr>
            <p:cNvPr id="114" name="Shape 114"/>
            <p:cNvSpPr/>
            <p:nvPr/>
          </p:nvSpPr>
          <p:spPr>
            <a:xfrm flipH="1">
              <a:off x="1574799" y="-1"/>
              <a:ext cx="419102" cy="1092202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algn="l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grpSp>
          <p:nvGrpSpPr>
            <p:cNvPr id="117" name="Group 117"/>
            <p:cNvGrpSpPr/>
            <p:nvPr/>
          </p:nvGrpSpPr>
          <p:grpSpPr>
            <a:xfrm>
              <a:off x="0" y="888999"/>
              <a:ext cx="3340100" cy="1092201"/>
              <a:chOff x="0" y="0"/>
              <a:chExt cx="3340100" cy="1092200"/>
            </a:xfrm>
          </p:grpSpPr>
          <p:sp>
            <p:nvSpPr>
              <p:cNvPr id="115" name="Shape 115"/>
              <p:cNvSpPr/>
              <p:nvPr/>
            </p:nvSpPr>
            <p:spPr>
              <a:xfrm>
                <a:off x="0" y="0"/>
                <a:ext cx="3340100" cy="1092200"/>
              </a:xfrm>
              <a:prstGeom prst="rect">
                <a:avLst/>
              </a:prstGeom>
              <a:solidFill>
                <a:srgbClr val="FFFF33"/>
              </a:solidFill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algn="l">
                  <a:defRPr sz="1600">
                    <a:latin typeface="Lucida Sans"/>
                    <a:ea typeface="Lucida Sans"/>
                    <a:cs typeface="Lucida Sans"/>
                    <a:sym typeface="Lucida Sans"/>
                  </a:defRPr>
                </a:pPr>
                <a:endParaRPr/>
              </a:p>
            </p:txBody>
          </p:sp>
          <p:sp>
            <p:nvSpPr>
              <p:cNvPr id="116" name="Shape 116"/>
              <p:cNvSpPr/>
              <p:nvPr/>
            </p:nvSpPr>
            <p:spPr>
              <a:xfrm>
                <a:off x="0" y="0"/>
                <a:ext cx="3340100" cy="67710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91439" tIns="91439" rIns="91439" bIns="91439" numCol="1" anchor="t">
                <a:spAutoFit/>
              </a:bodyPr>
              <a:lstStyle/>
              <a:p>
                <a:pPr lvl="0" algn="l">
                  <a:defRPr sz="1800"/>
                </a:pPr>
                <a:r>
                  <a:rPr lang="en-US" sz="1600" b="1" dirty="0">
                    <a:latin typeface="Lucida Sans"/>
                    <a:ea typeface="Lucida Sans"/>
                    <a:cs typeface="Lucida Sans"/>
                    <a:sym typeface="Lucida Sans"/>
                  </a:rPr>
                  <a:t>Every variable must have a name.</a:t>
                </a:r>
                <a:endParaRPr sz="1600" dirty="0">
                  <a:latin typeface="Lucida Sans"/>
                  <a:ea typeface="Lucida Sans"/>
                  <a:cs typeface="Lucida Sans"/>
                  <a:sym typeface="Lucida Sans"/>
                </a:endParaRPr>
              </a:p>
            </p:txBody>
          </p:sp>
        </p:grpSp>
      </p:grpSp>
      <p:grpSp>
        <p:nvGrpSpPr>
          <p:cNvPr id="123" name="Group 123"/>
          <p:cNvGrpSpPr/>
          <p:nvPr/>
        </p:nvGrpSpPr>
        <p:grpSpPr>
          <a:xfrm>
            <a:off x="3715455" y="3231436"/>
            <a:ext cx="4279901" cy="2197100"/>
            <a:chOff x="0" y="0"/>
            <a:chExt cx="4279900" cy="2197099"/>
          </a:xfrm>
        </p:grpSpPr>
        <p:sp>
          <p:nvSpPr>
            <p:cNvPr id="119" name="Shape 119"/>
            <p:cNvSpPr/>
            <p:nvPr/>
          </p:nvSpPr>
          <p:spPr>
            <a:xfrm>
              <a:off x="-1" y="-1"/>
              <a:ext cx="1687514" cy="1117602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algn="l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grpSp>
          <p:nvGrpSpPr>
            <p:cNvPr id="122" name="Group 122"/>
            <p:cNvGrpSpPr/>
            <p:nvPr/>
          </p:nvGrpSpPr>
          <p:grpSpPr>
            <a:xfrm>
              <a:off x="939800" y="952499"/>
              <a:ext cx="3340100" cy="1244601"/>
              <a:chOff x="0" y="0"/>
              <a:chExt cx="3340100" cy="1244600"/>
            </a:xfrm>
          </p:grpSpPr>
          <p:sp>
            <p:nvSpPr>
              <p:cNvPr id="120" name="Shape 120"/>
              <p:cNvSpPr/>
              <p:nvPr/>
            </p:nvSpPr>
            <p:spPr>
              <a:xfrm>
                <a:off x="0" y="0"/>
                <a:ext cx="3340100" cy="1244600"/>
              </a:xfrm>
              <a:prstGeom prst="rect">
                <a:avLst/>
              </a:prstGeom>
              <a:solidFill>
                <a:srgbClr val="FFFF33"/>
              </a:solidFill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algn="l">
                  <a:defRPr sz="1600" b="1">
                    <a:latin typeface="Lucida Sans"/>
                    <a:ea typeface="Lucida Sans"/>
                    <a:cs typeface="Lucida Sans"/>
                    <a:sym typeface="Lucida Sans"/>
                  </a:defRPr>
                </a:pPr>
                <a:endParaRPr/>
              </a:p>
            </p:txBody>
          </p:sp>
          <p:sp>
            <p:nvSpPr>
              <p:cNvPr id="121" name="Shape 121"/>
              <p:cNvSpPr/>
              <p:nvPr/>
            </p:nvSpPr>
            <p:spPr>
              <a:xfrm>
                <a:off x="0" y="0"/>
                <a:ext cx="3340100" cy="1169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91439" tIns="91439" rIns="91439" bIns="91439" numCol="1" anchor="t">
                <a:spAutoFit/>
              </a:bodyPr>
              <a:lstStyle/>
              <a:p>
                <a:pPr lvl="0" algn="l">
                  <a:defRPr sz="1800"/>
                </a:pPr>
                <a:r>
                  <a:rPr lang="en-US" sz="1600" b="1" dirty="0">
                    <a:latin typeface="Lucida Sans"/>
                    <a:ea typeface="Lucida Sans"/>
                    <a:cs typeface="Lucida Sans"/>
                    <a:sym typeface="Lucida Sans"/>
                  </a:rPr>
                  <a:t>The </a:t>
                </a:r>
                <a:r>
                  <a:rPr lang="en-US" sz="1600" b="1" i="1" dirty="0">
                    <a:latin typeface="Lucida Sans"/>
                    <a:ea typeface="Lucida Sans"/>
                    <a:cs typeface="Lucida Sans"/>
                    <a:sym typeface="Lucida Sans"/>
                  </a:rPr>
                  <a:t>new</a:t>
                </a:r>
                <a:r>
                  <a:rPr lang="en-US" sz="1600" b="1" dirty="0">
                    <a:latin typeface="Lucida Sans"/>
                    <a:ea typeface="Lucida Sans"/>
                    <a:cs typeface="Lucida Sans"/>
                    <a:sym typeface="Lucida Sans"/>
                  </a:rPr>
                  <a:t> operator is what actually creates the new object, in this case a new Rectangle</a:t>
                </a:r>
                <a:endParaRPr sz="1600" b="1" dirty="0">
                  <a:latin typeface="Lucida Sans"/>
                  <a:ea typeface="Lucida Sans"/>
                  <a:cs typeface="Lucida Sans"/>
                  <a:sym typeface="Lucida Sans"/>
                </a:endParaRPr>
              </a:p>
            </p:txBody>
          </p:sp>
        </p:grpSp>
      </p:grpSp>
      <p:grpSp>
        <p:nvGrpSpPr>
          <p:cNvPr id="28" name="Group 123"/>
          <p:cNvGrpSpPr/>
          <p:nvPr/>
        </p:nvGrpSpPr>
        <p:grpSpPr>
          <a:xfrm>
            <a:off x="2999840" y="1113151"/>
            <a:ext cx="5954526" cy="4739650"/>
            <a:chOff x="939800" y="-3356264"/>
            <a:chExt cx="5954524" cy="4739647"/>
          </a:xfrm>
        </p:grpSpPr>
        <p:sp>
          <p:nvSpPr>
            <p:cNvPr id="29" name="Shape 119"/>
            <p:cNvSpPr/>
            <p:nvPr/>
          </p:nvSpPr>
          <p:spPr>
            <a:xfrm flipV="1">
              <a:off x="3342927" y="-1831878"/>
              <a:ext cx="336013" cy="255234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algn="l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grpSp>
          <p:nvGrpSpPr>
            <p:cNvPr id="30" name="Group 122"/>
            <p:cNvGrpSpPr/>
            <p:nvPr/>
          </p:nvGrpSpPr>
          <p:grpSpPr>
            <a:xfrm>
              <a:off x="939800" y="-3356264"/>
              <a:ext cx="5954524" cy="4739647"/>
              <a:chOff x="0" y="-4308760"/>
              <a:chExt cx="5954524" cy="4739644"/>
            </a:xfrm>
          </p:grpSpPr>
          <p:sp>
            <p:nvSpPr>
              <p:cNvPr id="31" name="Shape 120"/>
              <p:cNvSpPr/>
              <p:nvPr/>
            </p:nvSpPr>
            <p:spPr>
              <a:xfrm>
                <a:off x="1797627" y="-4308760"/>
                <a:ext cx="4156897" cy="1516762"/>
              </a:xfrm>
              <a:prstGeom prst="rect">
                <a:avLst/>
              </a:prstGeom>
              <a:solidFill>
                <a:srgbClr val="FFFF33"/>
              </a:solidFill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algn="l">
                  <a:defRPr sz="1600" b="1">
                    <a:latin typeface="Lucida Sans"/>
                    <a:ea typeface="Lucida Sans"/>
                    <a:cs typeface="Lucida Sans"/>
                    <a:sym typeface="Lucida Sans"/>
                  </a:defRPr>
                </a:pPr>
                <a:endParaRPr/>
              </a:p>
            </p:txBody>
          </p:sp>
          <p:sp>
            <p:nvSpPr>
              <p:cNvPr id="32" name="Shape 121"/>
              <p:cNvSpPr/>
              <p:nvPr/>
            </p:nvSpPr>
            <p:spPr>
              <a:xfrm>
                <a:off x="0" y="0"/>
                <a:ext cx="3340100" cy="43088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91439" tIns="91439" rIns="91439" bIns="91439" numCol="1" anchor="t">
                <a:spAutoFit/>
              </a:bodyPr>
              <a:lstStyle/>
              <a:p>
                <a:pPr lvl="0" algn="l">
                  <a:defRPr sz="1800"/>
                </a:pPr>
                <a:endParaRPr sz="1600" b="1" dirty="0">
                  <a:latin typeface="Lucida Sans"/>
                  <a:ea typeface="Lucida Sans"/>
                  <a:cs typeface="Lucida Sans"/>
                  <a:sym typeface="Lucida Sans"/>
                </a:endParaRPr>
              </a:p>
            </p:txBody>
          </p:sp>
        </p:grpSp>
      </p:grpSp>
      <p:sp>
        <p:nvSpPr>
          <p:cNvPr id="2" name="Rectangle 1"/>
          <p:cNvSpPr/>
          <p:nvPr/>
        </p:nvSpPr>
        <p:spPr>
          <a:xfrm>
            <a:off x="4800073" y="1170840"/>
            <a:ext cx="423119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 sz="1800"/>
            </a:pP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This constructor's arguments specifies that the new Rectangle whose reference is stored in box should be at the origin (0, 0) with a height and width of 5.</a:t>
            </a:r>
            <a:endParaRPr lang="en-US" dirty="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" name="Group 66"/>
          <p:cNvGrpSpPr/>
          <p:nvPr/>
        </p:nvGrpSpPr>
        <p:grpSpPr>
          <a:xfrm>
            <a:off x="8001000" y="6248400"/>
            <a:ext cx="962891" cy="419100"/>
            <a:chOff x="0" y="0"/>
            <a:chExt cx="962891" cy="419100"/>
          </a:xfrm>
        </p:grpSpPr>
        <p:sp>
          <p:nvSpPr>
            <p:cNvPr id="26" name="Shape 64"/>
            <p:cNvSpPr/>
            <p:nvPr/>
          </p:nvSpPr>
          <p:spPr>
            <a:xfrm>
              <a:off x="0" y="0"/>
              <a:ext cx="939800" cy="419100"/>
            </a:xfrm>
            <a:prstGeom prst="rect">
              <a:avLst/>
            </a:prstGeom>
            <a:solidFill>
              <a:srgbClr val="9BBB59"/>
            </a:solidFill>
            <a:ln w="25400" cap="flat">
              <a:solidFill>
                <a:srgbClr val="718841"/>
              </a:solidFill>
              <a:prstDash val="solid"/>
              <a:bevel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7" name="Shape 65"/>
            <p:cNvSpPr/>
            <p:nvPr/>
          </p:nvSpPr>
          <p:spPr>
            <a:xfrm>
              <a:off x="23091" y="55662"/>
              <a:ext cx="939800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2000">
                  <a:solidFill>
                    <a:srgbClr val="FFFFFF"/>
                  </a:solidFill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en-US" sz="2000" dirty="0">
                  <a:solidFill>
                    <a:srgbClr val="FFFFFF"/>
                  </a:solidFill>
                </a:rPr>
                <a:t>  </a:t>
              </a:r>
              <a:r>
                <a:rPr sz="2000" dirty="0">
                  <a:solidFill>
                    <a:srgbClr val="FFFFFF"/>
                  </a:solidFill>
                </a:rPr>
                <a:t>Q</a:t>
              </a:r>
              <a:r>
                <a:rPr lang="en-US" sz="2000" dirty="0">
                  <a:solidFill>
                    <a:srgbClr val="FFFFFF"/>
                  </a:solidFill>
                </a:rPr>
                <a:t>5</a:t>
              </a:r>
              <a:endParaRPr sz="2000" dirty="0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1746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Constructors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471" y="1449888"/>
            <a:ext cx="4565737" cy="4525963"/>
          </a:xfrm>
        </p:spPr>
        <p:txBody>
          <a:bodyPr/>
          <a:lstStyle/>
          <a:p>
            <a:r>
              <a:rPr lang="en-US" dirty="0"/>
              <a:t>Open </a:t>
            </a:r>
            <a:r>
              <a:rPr lang="en-US" i="1" dirty="0"/>
              <a:t>BankAccount.java</a:t>
            </a:r>
          </a:p>
          <a:p>
            <a:pPr lvl="1"/>
            <a:r>
              <a:rPr lang="en-US" dirty="0"/>
              <a:t>Let’s do the first few, then work on your own</a:t>
            </a:r>
          </a:p>
          <a:p>
            <a:pPr lvl="1"/>
            <a:r>
              <a:rPr lang="en-US" dirty="0"/>
              <a:t>Have IntelliJ help us</a:t>
            </a:r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1FBCBA-8EC9-66EA-510A-8FEABB1F9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631" y="1608669"/>
            <a:ext cx="4245898" cy="2639645"/>
          </a:xfrm>
          <a:prstGeom prst="rect">
            <a:avLst/>
          </a:prstGeom>
          <a:ln>
            <a:solidFill>
              <a:srgbClr val="00B0F0"/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6C456C2-F428-111B-C116-11F7ADF5F1FD}"/>
                  </a:ext>
                </a:extLst>
              </p14:cNvPr>
              <p14:cNvContentPartPr/>
              <p14:nvPr/>
            </p14:nvContentPartPr>
            <p14:xfrm>
              <a:off x="5601429" y="2894794"/>
              <a:ext cx="1771560" cy="2728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6C456C2-F428-111B-C116-11F7ADF5F1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83429" y="2876794"/>
                <a:ext cx="1807200" cy="30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1EF0E87-17A4-2C2E-EC5E-911F282720AA}"/>
                  </a:ext>
                </a:extLst>
              </p14:cNvPr>
              <p14:cNvContentPartPr/>
              <p14:nvPr/>
            </p14:nvContentPartPr>
            <p14:xfrm>
              <a:off x="5475429" y="3438034"/>
              <a:ext cx="2233800" cy="3074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1EF0E87-17A4-2C2E-EC5E-911F282720A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57429" y="3420394"/>
                <a:ext cx="2269440" cy="343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93067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9CD4F-0047-0058-1184-E7B360223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7EDBD-B50E-EB55-0CA2-CEB736911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Practice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F3DCB-759D-857C-07B7-16B13D84F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your own “</a:t>
            </a:r>
            <a:r>
              <a:rPr lang="en-US" dirty="0" err="1"/>
              <a:t>RoseString</a:t>
            </a:r>
            <a:r>
              <a:rPr lang="en-US" dirty="0"/>
              <a:t>” class!</a:t>
            </a:r>
          </a:p>
          <a:p>
            <a:pPr lvl="1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29A7A0-24A1-13BC-B189-4266AE146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630" y="2749131"/>
            <a:ext cx="8383170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777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DD9F8-A62E-474D-9D52-0DCBBAD50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Practice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74334-F80F-434C-B7F7-D161AEE72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123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Work in </a:t>
            </a:r>
            <a:r>
              <a:rPr lang="en-US" dirty="0" err="1"/>
              <a:t>SmallClassProbs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  <a:p>
            <a:r>
              <a:rPr lang="en-US" dirty="0"/>
              <a:t>Finish:</a:t>
            </a:r>
          </a:p>
          <a:p>
            <a:pPr lvl="1"/>
            <a:r>
              <a:rPr lang="en-US" dirty="0" err="1"/>
              <a:t>ClassA.java</a:t>
            </a:r>
            <a:endParaRPr lang="en-US" dirty="0"/>
          </a:p>
          <a:p>
            <a:pPr lvl="1"/>
            <a:r>
              <a:rPr lang="en-US" dirty="0" err="1"/>
              <a:t>ClassB.java</a:t>
            </a:r>
            <a:endParaRPr lang="en-US" dirty="0"/>
          </a:p>
          <a:p>
            <a:pPr lvl="1"/>
            <a:r>
              <a:rPr lang="en-US" dirty="0" err="1"/>
              <a:t>ClassC.java</a:t>
            </a:r>
            <a:r>
              <a:rPr lang="en-US" dirty="0"/>
              <a:t> </a:t>
            </a:r>
          </a:p>
          <a:p>
            <a:r>
              <a:rPr lang="en-US" dirty="0"/>
              <a:t>Make these classes work with the tests provided in ClassTests.java </a:t>
            </a:r>
          </a:p>
          <a:p>
            <a:pPr lvl="1"/>
            <a:r>
              <a:rPr lang="en-US" dirty="0"/>
              <a:t>Need to uncomment ClassTests.java: </a:t>
            </a:r>
          </a:p>
          <a:p>
            <a:pPr lvl="2"/>
            <a:r>
              <a:rPr lang="en-US" dirty="0" err="1">
                <a:latin typeface="Consolas" panose="020B0609020204030204" pitchFamily="49" charset="0"/>
              </a:rPr>
              <a:t>Ctrl+A</a:t>
            </a:r>
            <a:r>
              <a:rPr lang="en-US" dirty="0"/>
              <a:t>, then </a:t>
            </a:r>
            <a:r>
              <a:rPr lang="en-US" dirty="0">
                <a:latin typeface="Consolas" panose="020B0609020204030204" pitchFamily="49" charset="0"/>
              </a:rPr>
              <a:t>Ctrl+/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EC4BAF-94C5-C60C-68BF-E017A124A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927" y="2287189"/>
            <a:ext cx="3505689" cy="245779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B34C00B-0E5B-7037-F9C3-A0114BDE2D2B}"/>
                  </a:ext>
                </a:extLst>
              </p14:cNvPr>
              <p14:cNvContentPartPr/>
              <p14:nvPr/>
            </p14:nvContentPartPr>
            <p14:xfrm>
              <a:off x="3558069" y="3645943"/>
              <a:ext cx="2572200" cy="11556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B34C00B-0E5B-7037-F9C3-A0114BDE2D2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40069" y="3628303"/>
                <a:ext cx="2607840" cy="119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5033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85D81DBE5F5A448E892B34D6B8CF20" ma:contentTypeVersion="2" ma:contentTypeDescription="Create a new document." ma:contentTypeScope="" ma:versionID="026ccaf10de5d9915dfa48c6db16b59b">
  <xsd:schema xmlns:xsd="http://www.w3.org/2001/XMLSchema" xmlns:xs="http://www.w3.org/2001/XMLSchema" xmlns:p="http://schemas.microsoft.com/office/2006/metadata/properties" xmlns:ns2="08600313-7276-4ca7-b5d3-7d86193ee0ac" targetNamespace="http://schemas.microsoft.com/office/2006/metadata/properties" ma:root="true" ma:fieldsID="c887e4ee215f388544e22a2030d7ea35" ns2:_="">
    <xsd:import namespace="08600313-7276-4ca7-b5d3-7d86193ee0a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600313-7276-4ca7-b5d3-7d86193ee0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1B7F2D7-28F4-40DC-BF4D-A63582936AC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6AFFBF5-1744-4DD8-AF35-1BECDBB2194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600313-7276-4ca7-b5d3-7d86193ee0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CB9D0C4-1816-48BB-B7D3-B65D006E170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10218</TotalTime>
  <Words>581</Words>
  <Application>Microsoft Office PowerPoint</Application>
  <PresentationFormat>On-screen Show (4:3)</PresentationFormat>
  <Paragraphs>90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Consolas</vt:lpstr>
      <vt:lpstr>Courier New</vt:lpstr>
      <vt:lpstr>Gill Sans</vt:lpstr>
      <vt:lpstr>Lucida Sans</vt:lpstr>
      <vt:lpstr>Verdana</vt:lpstr>
      <vt:lpstr>Wingdings 3</vt:lpstr>
      <vt:lpstr>Office Theme</vt:lpstr>
      <vt:lpstr>Object Introduction  MapsAndObjectIntro</vt:lpstr>
      <vt:lpstr>Class – What, When, Why, &amp; How?</vt:lpstr>
      <vt:lpstr>Class – What, When, Why, &amp; How?</vt:lpstr>
      <vt:lpstr>Using Objects and Methods</vt:lpstr>
      <vt:lpstr>Constructors – What, When, Why, How?</vt:lpstr>
      <vt:lpstr>Constructors – What, When, Why, How?</vt:lpstr>
      <vt:lpstr>Object Constructors</vt:lpstr>
      <vt:lpstr>Using Constructors</vt:lpstr>
      <vt:lpstr>Object Constructors</vt:lpstr>
      <vt:lpstr>Additional Practice (1)</vt:lpstr>
      <vt:lpstr>Additional Practice (2)</vt:lpstr>
    </vt:vector>
  </TitlesOfParts>
  <Manager/>
  <Company>RHIT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Gregory Aaron Wilkin</dc:creator>
  <cp:keywords/>
  <dc:description/>
  <cp:lastModifiedBy>Ludden, Ian</cp:lastModifiedBy>
  <cp:revision>85</cp:revision>
  <dcterms:created xsi:type="dcterms:W3CDTF">2016-08-30T15:29:41Z</dcterms:created>
  <dcterms:modified xsi:type="dcterms:W3CDTF">2026-09-11T18:57:44Z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0x0101004285D81DBE5F5A448E892B34D6B8CF20</vt:lpwstr>
  </property>
</Properties>
</file>
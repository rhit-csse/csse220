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256" r:id="rId5"/>
    <p:sldId id="263" r:id="rId6"/>
    <p:sldId id="258" r:id="rId7"/>
    <p:sldId id="259" r:id="rId8"/>
    <p:sldId id="262" r:id="rId9"/>
    <p:sldId id="343" r:id="rId10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4C3CC4-2C23-4AAA-8AC6-59618683363C}" v="1" dt="2023-11-20T21:31:45.4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34" autoAdjust="0"/>
    <p:restoredTop sz="94694"/>
  </p:normalViewPr>
  <p:slideViewPr>
    <p:cSldViewPr snapToGrid="0">
      <p:cViewPr varScale="1">
        <p:scale>
          <a:sx n="105" d="100"/>
          <a:sy n="105" d="100"/>
        </p:scale>
        <p:origin x="182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der, Jason" userId="28f4d4d8-da04-4f86-b14d-a21675737bc5" providerId="ADAL" clId="{6029C006-0B8B-4AA5-A632-F6B87C7BDE06}"/>
    <pc:docChg chg="custSel addSld modSld">
      <pc:chgData name="Yoder, Jason" userId="28f4d4d8-da04-4f86-b14d-a21675737bc5" providerId="ADAL" clId="{6029C006-0B8B-4AA5-A632-F6B87C7BDE06}" dt="2023-10-27T09:39:47.793" v="861" actId="1076"/>
      <pc:docMkLst>
        <pc:docMk/>
      </pc:docMkLst>
      <pc:sldChg chg="modSp new mod">
        <pc:chgData name="Yoder, Jason" userId="28f4d4d8-da04-4f86-b14d-a21675737bc5" providerId="ADAL" clId="{6029C006-0B8B-4AA5-A632-F6B87C7BDE06}" dt="2023-10-26T13:39:03.753" v="826" actId="1076"/>
        <pc:sldMkLst>
          <pc:docMk/>
          <pc:sldMk cId="2301447878" sldId="263"/>
        </pc:sldMkLst>
        <pc:spChg chg="mod">
          <ac:chgData name="Yoder, Jason" userId="28f4d4d8-da04-4f86-b14d-a21675737bc5" providerId="ADAL" clId="{6029C006-0B8B-4AA5-A632-F6B87C7BDE06}" dt="2023-10-26T13:38:54.787" v="824" actId="113"/>
          <ac:spMkLst>
            <pc:docMk/>
            <pc:sldMk cId="2301447878" sldId="263"/>
            <ac:spMk id="2" creationId="{14896F7C-52D7-93B2-1ADC-3CA4338E0AED}"/>
          </ac:spMkLst>
        </pc:spChg>
        <pc:spChg chg="mod">
          <ac:chgData name="Yoder, Jason" userId="28f4d4d8-da04-4f86-b14d-a21675737bc5" providerId="ADAL" clId="{6029C006-0B8B-4AA5-A632-F6B87C7BDE06}" dt="2023-10-26T13:39:03.753" v="826" actId="1076"/>
          <ac:spMkLst>
            <pc:docMk/>
            <pc:sldMk cId="2301447878" sldId="263"/>
            <ac:spMk id="3" creationId="{F75BF7F9-774C-9A75-7953-DC95912BEE10}"/>
          </ac:spMkLst>
        </pc:spChg>
      </pc:sldChg>
      <pc:sldChg chg="addSp modSp new mod">
        <pc:chgData name="Yoder, Jason" userId="28f4d4d8-da04-4f86-b14d-a21675737bc5" providerId="ADAL" clId="{6029C006-0B8B-4AA5-A632-F6B87C7BDE06}" dt="2023-10-27T09:39:47.793" v="861" actId="1076"/>
        <pc:sldMkLst>
          <pc:docMk/>
          <pc:sldMk cId="1523766582" sldId="264"/>
        </pc:sldMkLst>
        <pc:spChg chg="mod">
          <ac:chgData name="Yoder, Jason" userId="28f4d4d8-da04-4f86-b14d-a21675737bc5" providerId="ADAL" clId="{6029C006-0B8B-4AA5-A632-F6B87C7BDE06}" dt="2023-10-27T09:39:31.778" v="856" actId="14100"/>
          <ac:spMkLst>
            <pc:docMk/>
            <pc:sldMk cId="1523766582" sldId="264"/>
            <ac:spMk id="2" creationId="{8BF44143-E8E4-78B3-B9AB-90518DE684A9}"/>
          </ac:spMkLst>
        </pc:spChg>
        <pc:spChg chg="mod">
          <ac:chgData name="Yoder, Jason" userId="28f4d4d8-da04-4f86-b14d-a21675737bc5" providerId="ADAL" clId="{6029C006-0B8B-4AA5-A632-F6B87C7BDE06}" dt="2023-10-27T09:39:47.793" v="861" actId="1076"/>
          <ac:spMkLst>
            <pc:docMk/>
            <pc:sldMk cId="1523766582" sldId="264"/>
            <ac:spMk id="3" creationId="{F212B793-B7D9-7AA4-4601-5F6753967AF2}"/>
          </ac:spMkLst>
        </pc:spChg>
        <pc:picChg chg="add mod">
          <ac:chgData name="Yoder, Jason" userId="28f4d4d8-da04-4f86-b14d-a21675737bc5" providerId="ADAL" clId="{6029C006-0B8B-4AA5-A632-F6B87C7BDE06}" dt="2023-10-27T09:38:52.411" v="844" actId="1076"/>
          <ac:picMkLst>
            <pc:docMk/>
            <pc:sldMk cId="1523766582" sldId="264"/>
            <ac:picMk id="5" creationId="{8D9A7271-0A4F-6890-93DD-7D3E5EEDC286}"/>
          </ac:picMkLst>
        </pc:picChg>
        <pc:picChg chg="add mod">
          <ac:chgData name="Yoder, Jason" userId="28f4d4d8-da04-4f86-b14d-a21675737bc5" providerId="ADAL" clId="{6029C006-0B8B-4AA5-A632-F6B87C7BDE06}" dt="2023-10-27T09:39:34.563" v="858" actId="14100"/>
          <ac:picMkLst>
            <pc:docMk/>
            <pc:sldMk cId="1523766582" sldId="264"/>
            <ac:picMk id="1026" creationId="{63B86F67-15D1-B49A-A0EC-3B1B42968793}"/>
          </ac:picMkLst>
        </pc:picChg>
      </pc:sldChg>
    </pc:docChg>
  </pc:docChgLst>
  <pc:docChgLst>
    <pc:chgData name="Dorsey, Cameron" userId="S::dorseycs@rose-hulman.edu::e3fdc538-7733-41a8-91e6-3ff377dfa323" providerId="AD" clId="Web-{82397B87-1CCA-4427-B128-DA215A00F860}"/>
    <pc:docChg chg="modSld">
      <pc:chgData name="Dorsey, Cameron" userId="S::dorseycs@rose-hulman.edu::e3fdc538-7733-41a8-91e6-3ff377dfa323" providerId="AD" clId="Web-{82397B87-1CCA-4427-B128-DA215A00F860}" dt="2021-10-26T12:21:53.591" v="1" actId="1076"/>
      <pc:docMkLst>
        <pc:docMk/>
      </pc:docMkLst>
      <pc:sldChg chg="modSp">
        <pc:chgData name="Dorsey, Cameron" userId="S::dorseycs@rose-hulman.edu::e3fdc538-7733-41a8-91e6-3ff377dfa323" providerId="AD" clId="Web-{82397B87-1CCA-4427-B128-DA215A00F860}" dt="2021-10-26T12:21:53.591" v="1" actId="1076"/>
        <pc:sldMkLst>
          <pc:docMk/>
          <pc:sldMk cId="2497465916" sldId="280"/>
        </pc:sldMkLst>
        <pc:spChg chg="mod">
          <ac:chgData name="Dorsey, Cameron" userId="S::dorseycs@rose-hulman.edu::e3fdc538-7733-41a8-91e6-3ff377dfa323" providerId="AD" clId="Web-{82397B87-1CCA-4427-B128-DA215A00F860}" dt="2021-10-26T12:21:53.591" v="1" actId="1076"/>
          <ac:spMkLst>
            <pc:docMk/>
            <pc:sldMk cId="2497465916" sldId="280"/>
            <ac:spMk id="129" creationId="{00000000-0000-0000-0000-000000000000}"/>
          </ac:spMkLst>
        </pc:spChg>
      </pc:sldChg>
    </pc:docChg>
  </pc:docChgLst>
  <pc:docChgLst>
    <pc:chgData name="Yoder, Jason" userId="28f4d4d8-da04-4f86-b14d-a21675737bc5" providerId="ADAL" clId="{944C3CC4-2C23-4AAA-8AC6-59618683363C}"/>
    <pc:docChg chg="custSel modSld">
      <pc:chgData name="Yoder, Jason" userId="28f4d4d8-da04-4f86-b14d-a21675737bc5" providerId="ADAL" clId="{944C3CC4-2C23-4AAA-8AC6-59618683363C}" dt="2023-11-20T21:32:05.138" v="31" actId="20577"/>
      <pc:docMkLst>
        <pc:docMk/>
      </pc:docMkLst>
      <pc:sldChg chg="addSp delSp modSp mod">
        <pc:chgData name="Yoder, Jason" userId="28f4d4d8-da04-4f86-b14d-a21675737bc5" providerId="ADAL" clId="{944C3CC4-2C23-4AAA-8AC6-59618683363C}" dt="2023-11-20T21:32:05.138" v="31" actId="20577"/>
        <pc:sldMkLst>
          <pc:docMk/>
          <pc:sldMk cId="2301447878" sldId="263"/>
        </pc:sldMkLst>
        <pc:spChg chg="del mod">
          <ac:chgData name="Yoder, Jason" userId="28f4d4d8-da04-4f86-b14d-a21675737bc5" providerId="ADAL" clId="{944C3CC4-2C23-4AAA-8AC6-59618683363C}" dt="2023-11-20T21:31:40.889" v="23" actId="478"/>
          <ac:spMkLst>
            <pc:docMk/>
            <pc:sldMk cId="2301447878" sldId="263"/>
            <ac:spMk id="3" creationId="{F75BF7F9-774C-9A75-7953-DC95912BEE10}"/>
          </ac:spMkLst>
        </pc:spChg>
        <pc:spChg chg="add mod">
          <ac:chgData name="Yoder, Jason" userId="28f4d4d8-da04-4f86-b14d-a21675737bc5" providerId="ADAL" clId="{944C3CC4-2C23-4AAA-8AC6-59618683363C}" dt="2023-11-20T21:32:05.138" v="31" actId="20577"/>
          <ac:spMkLst>
            <pc:docMk/>
            <pc:sldMk cId="2301447878" sldId="263"/>
            <ac:spMk id="4" creationId="{43713CEB-82EC-C97C-9FE4-0878DC3D1B8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notes format</a:t>
            </a:r>
          </a:p>
        </p:txBody>
      </p:sp>
      <p:sp>
        <p:nvSpPr>
          <p:cNvPr id="109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&lt;header&gt;</a:t>
            </a:r>
          </a:p>
        </p:txBody>
      </p:sp>
      <p:sp>
        <p:nvSpPr>
          <p:cNvPr id="110" name="PlaceHolder 3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111" name="PlaceHolder 4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112" name="PlaceHolder 5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B630EBB8-CEB5-4E8D-9A06-06438377CF61}" type="slidenum"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body"/>
          </p:nvPr>
        </p:nvSpPr>
        <p:spPr>
          <a:xfrm>
            <a:off x="731880" y="4560840"/>
            <a:ext cx="5850360" cy="4320000"/>
          </a:xfrm>
          <a:prstGeom prst="rect">
            <a:avLst/>
          </a:prstGeom>
        </p:spPr>
        <p:txBody>
          <a:bodyPr lIns="96480" tIns="48240" rIns="96480" bIns="48240"/>
          <a:lstStyle/>
          <a:p>
            <a:pPr marL="216000" indent="-215280">
              <a:lnSpc>
                <a:spcPct val="100000"/>
              </a:lnSpc>
            </a:pPr>
            <a:endParaRPr lang="en-US" sz="20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3" name="CustomShape 2"/>
          <p:cNvSpPr/>
          <p:nvPr/>
        </p:nvSpPr>
        <p:spPr>
          <a:xfrm>
            <a:off x="4143240" y="9118440"/>
            <a:ext cx="3169080" cy="4798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6480" tIns="48240" rIns="96480" bIns="48240" anchor="b"/>
          <a:lstStyle/>
          <a:p>
            <a:pPr algn="r">
              <a:lnSpc>
                <a:spcPct val="100000"/>
              </a:lnSpc>
            </a:pPr>
            <a:fld id="{AEF73CCB-14BF-447D-84A8-4E22699D9E82}" type="slidenum">
              <a:rPr lang="en-US" sz="12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1</a:t>
            </a:fld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DF97A26-8EDD-4564-9705-85BE5B01BB34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6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34" name="Picture 33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  <p:pic>
        <p:nvPicPr>
          <p:cNvPr id="35" name="Picture 34"/>
          <p:cNvPicPr/>
          <p:nvPr/>
        </p:nvPicPr>
        <p:blipFill>
          <a:blip r:embed="rId2"/>
          <a:stretch/>
        </p:blipFill>
        <p:spPr>
          <a:xfrm>
            <a:off x="2079000" y="1604520"/>
            <a:ext cx="4984920" cy="3977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4C7B8FB-6A62-4B8F-B178-8F5700724967}" type="datetime2">
              <a:rPr lang="en-US" smtClean="0"/>
              <a:pPr>
                <a:defRPr/>
              </a:pPr>
              <a:t>Thursday, October 23,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13D0EB-45B8-459E-B690-0E608BEE1FF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366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outline text format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Second Outline Level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Third Outline Level</a:t>
            </a:r>
          </a:p>
          <a:p>
            <a:pPr marL="1728000" lvl="3" indent="-216000"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Fourth Outline Level</a:t>
            </a:r>
          </a:p>
          <a:p>
            <a:pPr marL="2160000" lvl="4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Fifth Outline Level</a:t>
            </a:r>
          </a:p>
          <a:p>
            <a:pPr marL="2592000" lvl="5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Sixth Outline Level</a:t>
            </a:r>
          </a:p>
          <a:p>
            <a:pPr marL="3024000" lvl="6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CSSE 220</a:t>
            </a:r>
            <a:endParaRPr lang="en-US" sz="18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114" name="CustomShape 2"/>
          <p:cNvSpPr/>
          <p:nvPr/>
        </p:nvSpPr>
        <p:spPr>
          <a:xfrm>
            <a:off x="1371600" y="3886200"/>
            <a:ext cx="6399720" cy="1751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90000"/>
              </a:lnSpc>
            </a:pPr>
            <a:r>
              <a:rPr lang="en-US" sz="2500" b="0" strike="noStrike" spc="-1" dirty="0">
                <a:solidFill>
                  <a:srgbClr val="8B8B8B"/>
                </a:solidFill>
                <a:uFill>
                  <a:solidFill>
                    <a:srgbClr val="FFFFFF"/>
                  </a:solidFill>
                </a:uFill>
                <a:latin typeface="Calibri"/>
                <a:ea typeface="DejaVu Sans"/>
              </a:rPr>
              <a:t>Project Reminders</a:t>
            </a:r>
            <a:endParaRPr lang="en-US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96F7C-52D7-93B2-1ADC-3CA4338E0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401" y="273600"/>
            <a:ext cx="8870623" cy="1144800"/>
          </a:xfrm>
        </p:spPr>
        <p:txBody>
          <a:bodyPr/>
          <a:lstStyle/>
          <a:p>
            <a:r>
              <a:rPr lang="en-US" sz="4000" b="1" dirty="0"/>
              <a:t>Some independent learning required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713CEB-82EC-C97C-9FE4-0878DC3D1B89}"/>
              </a:ext>
            </a:extLst>
          </p:cNvPr>
          <p:cNvSpPr txBox="1"/>
          <p:nvPr/>
        </p:nvSpPr>
        <p:spPr>
          <a:xfrm>
            <a:off x="378823" y="1789611"/>
            <a:ext cx="803365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do not teach you how to do certain things: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the keyboard (many projects)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Browse to find files (GARP)</a:t>
            </a:r>
          </a:p>
          <a:p>
            <a:endParaRPr lang="en-US" dirty="0"/>
          </a:p>
          <a:p>
            <a:r>
              <a:rPr lang="en-US" dirty="0"/>
              <a:t>You may use Google/etc. to learn how to.</a:t>
            </a:r>
          </a:p>
          <a:p>
            <a:r>
              <a:rPr lang="en-US" dirty="0"/>
              <a:t>We want you to </a:t>
            </a:r>
            <a:r>
              <a:rPr lang="en-US" b="1" u="sng" dirty="0"/>
              <a:t>demonstrate learning independently</a:t>
            </a:r>
          </a:p>
          <a:p>
            <a:endParaRPr lang="en-US" dirty="0"/>
          </a:p>
          <a:p>
            <a:r>
              <a:rPr lang="en-US" dirty="0"/>
              <a:t>We hope this gives you confidence to learn other things as well (adding music, animation, etc.)</a:t>
            </a:r>
          </a:p>
          <a:p>
            <a:endParaRPr lang="en-US" dirty="0"/>
          </a:p>
          <a:p>
            <a:r>
              <a:rPr lang="en-US" dirty="0"/>
              <a:t>Some hints: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KeyListener</a:t>
            </a:r>
            <a:r>
              <a:rPr lang="en-US" dirty="0"/>
              <a:t>, “focus”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JFileChooser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1447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724FF-3857-EFC4-9F20-B1828F031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Workflow Reminders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0D96C-8C4C-2C8D-0E04-FECD49121064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216816" y="1215558"/>
            <a:ext cx="8550111" cy="2609261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2800" dirty="0"/>
              <a:t>Team-&gt;Pull (gets code from GitHub)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Edit (make local changes)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Team-&gt;Commit (add a message)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Team-&gt;Pull (to be safe and get latest version)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Team-&gt;Push (puts code on GitHub)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79437B-BAAB-6F6E-CEA8-79538B6DB421}"/>
              </a:ext>
            </a:extLst>
          </p:cNvPr>
          <p:cNvSpPr txBox="1"/>
          <p:nvPr/>
        </p:nvSpPr>
        <p:spPr>
          <a:xfrm>
            <a:off x="216817" y="3923031"/>
            <a:ext cx="64007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you get an error during step #1</a:t>
            </a:r>
          </a:p>
          <a:p>
            <a:r>
              <a:rPr lang="en-US" b="1" i="1" dirty="0"/>
              <a:t>File conflicts with FileX.java</a:t>
            </a:r>
          </a:p>
          <a:p>
            <a:r>
              <a:rPr lang="en-US" dirty="0"/>
              <a:t>Then IF you don’t care about .java on your computer and want the version on GitHub you can:</a:t>
            </a:r>
          </a:p>
          <a:p>
            <a:r>
              <a:rPr lang="en-US" dirty="0"/>
              <a:t>Right Click on FileX.java -&gt;Replace With-&gt; HEAD Revision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174F7C-BDEC-190E-AECB-5F48264D3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390" y="5724367"/>
            <a:ext cx="5382376" cy="11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3522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EA547-A796-77BE-4F60-B759C04F9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Rejected “Non-Fast Forward”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455882-2D1E-1503-E947-1E3871011E23}"/>
              </a:ext>
            </a:extLst>
          </p:cNvPr>
          <p:cNvSpPr txBox="1"/>
          <p:nvPr/>
        </p:nvSpPr>
        <p:spPr>
          <a:xfrm>
            <a:off x="617456" y="1785536"/>
            <a:ext cx="71785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Your code is out of sync with the remote repo</a:t>
            </a:r>
          </a:p>
          <a:p>
            <a:r>
              <a:rPr lang="en-US" sz="1800" dirty="0"/>
              <a:t>- </a:t>
            </a:r>
            <a:r>
              <a:rPr lang="en-US" dirty="0"/>
              <a:t>i.e. You are at version V2, and it is at version V3</a:t>
            </a:r>
            <a:endParaRPr lang="en-US" sz="1800" dirty="0"/>
          </a:p>
          <a:p>
            <a:endParaRPr lang="en-US" dirty="0"/>
          </a:p>
          <a:p>
            <a:r>
              <a:rPr lang="en-US" dirty="0"/>
              <a:t>You need to get the latest version of the code in your repo BEFORE you can Push, thus:</a:t>
            </a:r>
          </a:p>
          <a:p>
            <a:endParaRPr lang="en-US" dirty="0"/>
          </a:p>
          <a:p>
            <a:r>
              <a:rPr lang="en-US" dirty="0"/>
              <a:t>FIRST be sure to do a</a:t>
            </a:r>
          </a:p>
          <a:p>
            <a:endParaRPr lang="en-US" sz="1800" dirty="0"/>
          </a:p>
          <a:p>
            <a:r>
              <a:rPr lang="en-US" sz="3600" b="1" dirty="0"/>
              <a:t>Team-&gt;Pull </a:t>
            </a:r>
          </a:p>
        </p:txBody>
      </p:sp>
    </p:spTree>
    <p:extLst>
      <p:ext uri="{BB962C8B-B14F-4D97-AF65-F5344CB8AC3E}">
        <p14:creationId xmlns:p14="http://schemas.microsoft.com/office/powerpoint/2010/main" val="978073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9054C-9F87-756B-63F2-05F43362E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Meetings with your 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2704F4-08A2-800E-E5D5-C70F1A2DB73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432276" cy="470201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Team must schedule a meeting with the TA (if Monday during class doesn’t work for TA)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Schedule it as soon as you finish each Milestone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+mn-lt"/>
              </a:rPr>
              <a:t>If you have trouble communicating with the TA let your instructor know right away!</a:t>
            </a:r>
          </a:p>
          <a:p>
            <a:endParaRPr lang="en-US" sz="2400" dirty="0">
              <a:latin typeface="+mn-lt"/>
            </a:endParaRPr>
          </a:p>
          <a:p>
            <a:r>
              <a:rPr lang="en-US" sz="3200" b="1" dirty="0">
                <a:latin typeface="+mn-lt"/>
              </a:rPr>
              <a:t>During the TA meeting</a:t>
            </a:r>
          </a:p>
          <a:p>
            <a:pPr marL="457200" lvl="3" indent="-457200">
              <a:buFont typeface="Arial" panose="020B0604020202020204" pitchFamily="34" charset="0"/>
              <a:buChar char="•"/>
            </a:pPr>
            <a:r>
              <a:rPr lang="en-US" sz="2400" dirty="0"/>
              <a:t>Have your latest milestone report ready 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Have your program ready to demo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Each person should be participating (based on role)</a:t>
            </a:r>
          </a:p>
          <a:p>
            <a:pPr marL="457200" lvl="2" indent="-457200">
              <a:buFont typeface="Arial" panose="020B0604020202020204" pitchFamily="34" charset="0"/>
              <a:buChar char="•"/>
            </a:pPr>
            <a:r>
              <a:rPr lang="en-US" sz="2400" dirty="0"/>
              <a:t>There can be flexibility within roles</a:t>
            </a:r>
          </a:p>
          <a:p>
            <a:pPr lvl="1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979292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22313" y="457200"/>
            <a:ext cx="7772400" cy="766763"/>
          </a:xfrm>
        </p:spPr>
        <p:txBody>
          <a:bodyPr/>
          <a:lstStyle/>
          <a:p>
            <a:r>
              <a:rPr lang="en-US" dirty="0"/>
              <a:t>Project advice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28600" y="1524000"/>
            <a:ext cx="8610599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When done with Milestone 2 (or beyond)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Add “final M2 Commit” </a:t>
            </a:r>
            <a:r>
              <a:rPr lang="en-US" sz="2800" dirty="0"/>
              <a:t>to your commit message so graders will know to check out that version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Build an end-to-end solution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Build the next thing you can TEST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Don’t focus on cool graphics and other extra items early in the project, focus on basic functionality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I know some of you have already ignored this… but for M2 and M3, prioritize core functionality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Complete the milestone and keep moving forward!</a:t>
            </a:r>
          </a:p>
        </p:txBody>
      </p:sp>
    </p:spTree>
    <p:extLst>
      <p:ext uri="{BB962C8B-B14F-4D97-AF65-F5344CB8AC3E}">
        <p14:creationId xmlns:p14="http://schemas.microsoft.com/office/powerpoint/2010/main" val="12615464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85D81DBE5F5A448E892B34D6B8CF20" ma:contentTypeVersion="8" ma:contentTypeDescription="Create a new document." ma:contentTypeScope="" ma:versionID="ecce54155d2ea7caa9aed06c8b6b9867">
  <xsd:schema xmlns:xsd="http://www.w3.org/2001/XMLSchema" xmlns:xs="http://www.w3.org/2001/XMLSchema" xmlns:p="http://schemas.microsoft.com/office/2006/metadata/properties" xmlns:ns2="08600313-7276-4ca7-b5d3-7d86193ee0ac" xmlns:ns3="820f9cb1-409d-4c4b-8197-1d4f7dd48124" targetNamespace="http://schemas.microsoft.com/office/2006/metadata/properties" ma:root="true" ma:fieldsID="bfd7385540b70b2fe84ac888cc214377" ns2:_="" ns3:_="">
    <xsd:import namespace="08600313-7276-4ca7-b5d3-7d86193ee0ac"/>
    <xsd:import namespace="820f9cb1-409d-4c4b-8197-1d4f7dd4812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600313-7276-4ca7-b5d3-7d86193ee0a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71a83542-6b13-4414-947d-2211b265f7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0f9cb1-409d-4c4b-8197-1d4f7dd48124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5e4b8413-bde8-45bb-ad7f-2c4efb398c4d}" ma:internalName="TaxCatchAll" ma:showField="CatchAllData" ma:web="820f9cb1-409d-4c4b-8197-1d4f7dd48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20f9cb1-409d-4c4b-8197-1d4f7dd48124" xsi:nil="true"/>
    <lcf76f155ced4ddcb4097134ff3c332f xmlns="08600313-7276-4ca7-b5d3-7d86193ee0a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49915E0-C9C6-4DE7-A4C1-4F6BBE65661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600313-7276-4ca7-b5d3-7d86193ee0ac"/>
    <ds:schemaRef ds:uri="820f9cb1-409d-4c4b-8197-1d4f7dd4812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EBE5BB5-16D8-4951-9C8D-E0DF199895E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34EF7E-5EA3-49C2-BE7A-FEA82609F7D8}">
  <ds:schemaRefs>
    <ds:schemaRef ds:uri="http://schemas.microsoft.com/office/2006/metadata/properties"/>
    <ds:schemaRef ds:uri="http://schemas.microsoft.com/office/infopath/2007/PartnerControls"/>
    <ds:schemaRef ds:uri="820f9cb1-409d-4c4b-8197-1d4f7dd48124"/>
    <ds:schemaRef ds:uri="08600313-7276-4ca7-b5d3-7d86193ee0a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3116</TotalTime>
  <Words>402</Words>
  <Application>Microsoft Office PowerPoint</Application>
  <PresentationFormat>On-screen Show (4:3)</PresentationFormat>
  <Paragraphs>54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Symbol</vt:lpstr>
      <vt:lpstr>Times New Roman</vt:lpstr>
      <vt:lpstr>Wingdings</vt:lpstr>
      <vt:lpstr>Office Theme</vt:lpstr>
      <vt:lpstr>PowerPoint Presentation</vt:lpstr>
      <vt:lpstr>Some independent learning required</vt:lpstr>
      <vt:lpstr>Git Workflow Reminders</vt:lpstr>
      <vt:lpstr>Rejected “Non-Fast Forward”</vt:lpstr>
      <vt:lpstr>Meetings with your TA</vt:lpstr>
      <vt:lpstr>Project advice</vt:lpstr>
    </vt:vector>
  </TitlesOfParts>
  <Manager/>
  <Company>RHIT CSSE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CSSE Faculty</dc:creator>
  <cp:keywords/>
  <dc:description/>
  <cp:lastModifiedBy>Ludden, Ian</cp:lastModifiedBy>
  <cp:revision>24</cp:revision>
  <cp:lastPrinted>2012-01-26T10:38:16Z</cp:lastPrinted>
  <dcterms:created xsi:type="dcterms:W3CDTF">2011-04-27T01:38:22Z</dcterms:created>
  <dcterms:modified xsi:type="dcterms:W3CDTF">2025-10-23T19:51:20Z</dcterms:modified>
  <cp:category/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12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18</vt:i4>
  </property>
  <property fmtid="{D5CDD505-2E9C-101B-9397-08002B2CF9AE}" pid="12" name="_TemplateID">
    <vt:lpwstr>TC101671231033</vt:lpwstr>
  </property>
  <property fmtid="{D5CDD505-2E9C-101B-9397-08002B2CF9AE}" pid="13" name="ContentTypeId">
    <vt:lpwstr>0x0101004285D81DBE5F5A448E892B34D6B8CF20</vt:lpwstr>
  </property>
</Properties>
</file>
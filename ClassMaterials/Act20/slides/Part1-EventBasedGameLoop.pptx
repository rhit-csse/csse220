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29" r:id="rId4"/>
  </p:sldMasterIdLst>
  <p:notesMasterIdLst>
    <p:notesMasterId r:id="rId15"/>
  </p:notesMasterIdLst>
  <p:handoutMasterIdLst>
    <p:handoutMasterId r:id="rId16"/>
  </p:handoutMasterIdLst>
  <p:sldIdLst>
    <p:sldId id="340" r:id="rId5"/>
    <p:sldId id="296" r:id="rId6"/>
    <p:sldId id="298" r:id="rId7"/>
    <p:sldId id="313" r:id="rId8"/>
    <p:sldId id="297" r:id="rId9"/>
    <p:sldId id="273" r:id="rId10"/>
    <p:sldId id="330" r:id="rId11"/>
    <p:sldId id="299" r:id="rId12"/>
    <p:sldId id="331" r:id="rId13"/>
    <p:sldId id="332" r:id="rId14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der, Jason" initials="YJ" lastIdx="1" clrIdx="0">
    <p:extLst>
      <p:ext uri="{19B8F6BF-5375-455C-9EA6-DF929625EA0E}">
        <p15:presenceInfo xmlns:p15="http://schemas.microsoft.com/office/powerpoint/2012/main" userId="S-1-5-21-1965730717-1486086910-2027319071-745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A1F2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39012A-FE97-4BC2-AFD7-805421498958}" v="3" dt="2023-11-20T21:35:36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91" autoAdjust="0"/>
  </p:normalViewPr>
  <p:slideViewPr>
    <p:cSldViewPr snapToGrid="0">
      <p:cViewPr varScale="1">
        <p:scale>
          <a:sx n="97" d="100"/>
          <a:sy n="97" d="100"/>
        </p:scale>
        <p:origin x="200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3739012A-FE97-4BC2-AFD7-805421498958}"/>
    <pc:docChg chg="custSel delSld modSld">
      <pc:chgData name="Yoder, Jason" userId="28f4d4d8-da04-4f86-b14d-a21675737bc5" providerId="ADAL" clId="{3739012A-FE97-4BC2-AFD7-805421498958}" dt="2023-11-21T17:26:55.396" v="106" actId="14100"/>
      <pc:docMkLst>
        <pc:docMk/>
      </pc:docMkLst>
      <pc:sldChg chg="modSp mod">
        <pc:chgData name="Yoder, Jason" userId="28f4d4d8-da04-4f86-b14d-a21675737bc5" providerId="ADAL" clId="{3739012A-FE97-4BC2-AFD7-805421498958}" dt="2023-11-20T21:34:25.791" v="9" actId="20577"/>
        <pc:sldMkLst>
          <pc:docMk/>
          <pc:sldMk cId="4103964509" sldId="304"/>
        </pc:sldMkLst>
        <pc:spChg chg="mod">
          <ac:chgData name="Yoder, Jason" userId="28f4d4d8-da04-4f86-b14d-a21675737bc5" providerId="ADAL" clId="{3739012A-FE97-4BC2-AFD7-805421498958}" dt="2023-11-20T21:34:25.791" v="9" actId="20577"/>
          <ac:spMkLst>
            <pc:docMk/>
            <pc:sldMk cId="4103964509" sldId="304"/>
            <ac:spMk id="3" creationId="{00000000-0000-0000-0000-000000000000}"/>
          </ac:spMkLst>
        </pc:spChg>
      </pc:sldChg>
      <pc:sldChg chg="modSp mod">
        <pc:chgData name="Yoder, Jason" userId="28f4d4d8-da04-4f86-b14d-a21675737bc5" providerId="ADAL" clId="{3739012A-FE97-4BC2-AFD7-805421498958}" dt="2023-11-21T17:26:55.396" v="106" actId="14100"/>
        <pc:sldMkLst>
          <pc:docMk/>
          <pc:sldMk cId="0" sldId="340"/>
        </pc:sldMkLst>
        <pc:spChg chg="mod">
          <ac:chgData name="Yoder, Jason" userId="28f4d4d8-da04-4f86-b14d-a21675737bc5" providerId="ADAL" clId="{3739012A-FE97-4BC2-AFD7-805421498958}" dt="2023-11-21T17:26:48.428" v="103" actId="1076"/>
          <ac:spMkLst>
            <pc:docMk/>
            <pc:sldMk cId="0" sldId="340"/>
            <ac:spMk id="2" creationId="{00000000-0000-0000-0000-000000000000}"/>
          </ac:spMkLst>
        </pc:spChg>
        <pc:spChg chg="mod">
          <ac:chgData name="Yoder, Jason" userId="28f4d4d8-da04-4f86-b14d-a21675737bc5" providerId="ADAL" clId="{3739012A-FE97-4BC2-AFD7-805421498958}" dt="2023-11-20T21:36:00.874" v="68" actId="20577"/>
          <ac:spMkLst>
            <pc:docMk/>
            <pc:sldMk cId="0" sldId="340"/>
            <ac:spMk id="3" creationId="{9323CFD7-713B-3BB9-5F0C-C365F6EA59C3}"/>
          </ac:spMkLst>
        </pc:spChg>
        <pc:spChg chg="mod">
          <ac:chgData name="Yoder, Jason" userId="28f4d4d8-da04-4f86-b14d-a21675737bc5" providerId="ADAL" clId="{3739012A-FE97-4BC2-AFD7-805421498958}" dt="2023-11-21T17:26:55.396" v="106" actId="14100"/>
          <ac:spMkLst>
            <pc:docMk/>
            <pc:sldMk cId="0" sldId="340"/>
            <ac:spMk id="5" creationId="{F87E60BA-5DEC-1B43-BB52-2CE03C09390A}"/>
          </ac:spMkLst>
        </pc:spChg>
        <pc:spChg chg="mod">
          <ac:chgData name="Yoder, Jason" userId="28f4d4d8-da04-4f86-b14d-a21675737bc5" providerId="ADAL" clId="{3739012A-FE97-4BC2-AFD7-805421498958}" dt="2023-11-21T17:26:48.428" v="103" actId="1076"/>
          <ac:spMkLst>
            <pc:docMk/>
            <pc:sldMk cId="0" sldId="340"/>
            <ac:spMk id="15363" creationId="{00000000-0000-0000-0000-000000000000}"/>
          </ac:spMkLst>
        </pc:spChg>
      </pc:sldChg>
      <pc:sldChg chg="addSp delSp modSp mod">
        <pc:chgData name="Yoder, Jason" userId="28f4d4d8-da04-4f86-b14d-a21675737bc5" providerId="ADAL" clId="{3739012A-FE97-4BC2-AFD7-805421498958}" dt="2023-11-20T21:35:41.952" v="57" actId="20577"/>
        <pc:sldMkLst>
          <pc:docMk/>
          <pc:sldMk cId="1678538564" sldId="341"/>
        </pc:sldMkLst>
        <pc:spChg chg="add mod">
          <ac:chgData name="Yoder, Jason" userId="28f4d4d8-da04-4f86-b14d-a21675737bc5" providerId="ADAL" clId="{3739012A-FE97-4BC2-AFD7-805421498958}" dt="2023-11-20T21:35:41.952" v="57" actId="20577"/>
          <ac:spMkLst>
            <pc:docMk/>
            <pc:sldMk cId="1678538564" sldId="341"/>
            <ac:spMk id="9" creationId="{BE0445D2-2E7A-539C-203E-D59382B84534}"/>
          </ac:spMkLst>
        </pc:spChg>
        <pc:picChg chg="del">
          <ac:chgData name="Yoder, Jason" userId="28f4d4d8-da04-4f86-b14d-a21675737bc5" providerId="ADAL" clId="{3739012A-FE97-4BC2-AFD7-805421498958}" dt="2023-11-20T21:35:14.438" v="13" actId="478"/>
          <ac:picMkLst>
            <pc:docMk/>
            <pc:sldMk cId="1678538564" sldId="341"/>
            <ac:picMk id="4" creationId="{F3BA576A-037E-6236-4AA4-673AEB785794}"/>
          </ac:picMkLst>
        </pc:picChg>
        <pc:picChg chg="add mod">
          <ac:chgData name="Yoder, Jason" userId="28f4d4d8-da04-4f86-b14d-a21675737bc5" providerId="ADAL" clId="{3739012A-FE97-4BC2-AFD7-805421498958}" dt="2023-11-20T21:35:30.971" v="20" actId="1076"/>
          <ac:picMkLst>
            <pc:docMk/>
            <pc:sldMk cId="1678538564" sldId="341"/>
            <ac:picMk id="5" creationId="{0022762A-BDDE-B647-CFD6-5593E02D4F87}"/>
          </ac:picMkLst>
        </pc:picChg>
        <pc:picChg chg="del">
          <ac:chgData name="Yoder, Jason" userId="28f4d4d8-da04-4f86-b14d-a21675737bc5" providerId="ADAL" clId="{3739012A-FE97-4BC2-AFD7-805421498958}" dt="2023-11-20T21:35:22.695" v="16" actId="478"/>
          <ac:picMkLst>
            <pc:docMk/>
            <pc:sldMk cId="1678538564" sldId="341"/>
            <ac:picMk id="6" creationId="{ABABD78C-7103-9F49-F32A-D4B0F33704E7}"/>
          </ac:picMkLst>
        </pc:picChg>
        <pc:picChg chg="add mod">
          <ac:chgData name="Yoder, Jason" userId="28f4d4d8-da04-4f86-b14d-a21675737bc5" providerId="ADAL" clId="{3739012A-FE97-4BC2-AFD7-805421498958}" dt="2023-11-20T21:35:25.155" v="18" actId="1076"/>
          <ac:picMkLst>
            <pc:docMk/>
            <pc:sldMk cId="1678538564" sldId="341"/>
            <ac:picMk id="8" creationId="{87AD786A-87C7-320D-66EA-543DC234C928}"/>
          </ac:picMkLst>
        </pc:picChg>
      </pc:sldChg>
      <pc:sldChg chg="modSp del mod">
        <pc:chgData name="Yoder, Jason" userId="28f4d4d8-da04-4f86-b14d-a21675737bc5" providerId="ADAL" clId="{3739012A-FE97-4BC2-AFD7-805421498958}" dt="2023-11-20T21:35:45.257" v="58" actId="47"/>
        <pc:sldMkLst>
          <pc:docMk/>
          <pc:sldMk cId="1929454314" sldId="342"/>
        </pc:sldMkLst>
        <pc:spChg chg="mod">
          <ac:chgData name="Yoder, Jason" userId="28f4d4d8-da04-4f86-b14d-a21675737bc5" providerId="ADAL" clId="{3739012A-FE97-4BC2-AFD7-805421498958}" dt="2023-11-20T21:34:52.873" v="12" actId="5793"/>
          <ac:spMkLst>
            <pc:docMk/>
            <pc:sldMk cId="1929454314" sldId="342"/>
            <ac:spMk id="2" creationId="{00000000-0000-0000-0000-000000000000}"/>
          </ac:spMkLst>
        </pc:spChg>
      </pc:sldChg>
      <pc:sldChg chg="del">
        <pc:chgData name="Yoder, Jason" userId="28f4d4d8-da04-4f86-b14d-a21675737bc5" providerId="ADAL" clId="{3739012A-FE97-4BC2-AFD7-805421498958}" dt="2023-11-20T21:33:33.690" v="0" actId="47"/>
        <pc:sldMkLst>
          <pc:docMk/>
          <pc:sldMk cId="1452699708" sldId="343"/>
        </pc:sldMkLst>
      </pc:sldChg>
    </pc:docChg>
  </pc:docChgLst>
  <pc:docChgLst>
    <pc:chgData name="Yoder, Jason" userId="28f4d4d8-da04-4f86-b14d-a21675737bc5" providerId="ADAL" clId="{DA6098F7-803F-4D15-9074-EC09E0E52FCE}"/>
    <pc:docChg chg="modSld">
      <pc:chgData name="Yoder, Jason" userId="28f4d4d8-da04-4f86-b14d-a21675737bc5" providerId="ADAL" clId="{DA6098F7-803F-4D15-9074-EC09E0E52FCE}" dt="2023-09-03T17:51:22.690" v="5" actId="20577"/>
      <pc:docMkLst>
        <pc:docMk/>
      </pc:docMkLst>
      <pc:sldChg chg="modSp mod">
        <pc:chgData name="Yoder, Jason" userId="28f4d4d8-da04-4f86-b14d-a21675737bc5" providerId="ADAL" clId="{DA6098F7-803F-4D15-9074-EC09E0E52FCE}" dt="2023-09-03T17:51:22.690" v="5" actId="20577"/>
        <pc:sldMkLst>
          <pc:docMk/>
          <pc:sldMk cId="0" sldId="340"/>
        </pc:sldMkLst>
        <pc:spChg chg="mod">
          <ac:chgData name="Yoder, Jason" userId="28f4d4d8-da04-4f86-b14d-a21675737bc5" providerId="ADAL" clId="{DA6098F7-803F-4D15-9074-EC09E0E52FCE}" dt="2023-09-03T17:51:22.690" v="5" actId="20577"/>
          <ac:spMkLst>
            <pc:docMk/>
            <pc:sldMk cId="0" sldId="340"/>
            <ac:spMk id="3" creationId="{9323CFD7-713B-3BB9-5F0C-C365F6EA59C3}"/>
          </ac:spMkLst>
        </pc:spChg>
      </pc:sldChg>
    </pc:docChg>
  </pc:docChgLst>
  <pc:docChgLst>
    <pc:chgData name="Yoder, Jason" userId="28f4d4d8-da04-4f86-b14d-a21675737bc5" providerId="ADAL" clId="{B1D43A75-6AD4-4167-A650-7E69F9FBF595}"/>
    <pc:docChg chg="custSel addSld modSld">
      <pc:chgData name="Yoder, Jason" userId="28f4d4d8-da04-4f86-b14d-a21675737bc5" providerId="ADAL" clId="{B1D43A75-6AD4-4167-A650-7E69F9FBF595}" dt="2023-10-16T01:50:16.803" v="660" actId="1076"/>
      <pc:docMkLst>
        <pc:docMk/>
      </pc:docMkLst>
      <pc:sldChg chg="modSp mod">
        <pc:chgData name="Yoder, Jason" userId="28f4d4d8-da04-4f86-b14d-a21675737bc5" providerId="ADAL" clId="{B1D43A75-6AD4-4167-A650-7E69F9FBF595}" dt="2023-10-16T01:48:47.155" v="646" actId="20577"/>
        <pc:sldMkLst>
          <pc:docMk/>
          <pc:sldMk cId="4103964509" sldId="304"/>
        </pc:sldMkLst>
        <pc:spChg chg="mod">
          <ac:chgData name="Yoder, Jason" userId="28f4d4d8-da04-4f86-b14d-a21675737bc5" providerId="ADAL" clId="{B1D43A75-6AD4-4167-A650-7E69F9FBF595}" dt="2023-10-16T01:48:47.155" v="646" actId="20577"/>
          <ac:spMkLst>
            <pc:docMk/>
            <pc:sldMk cId="4103964509" sldId="304"/>
            <ac:spMk id="3" creationId="{00000000-0000-0000-0000-000000000000}"/>
          </ac:spMkLst>
        </pc:spChg>
      </pc:sldChg>
      <pc:sldChg chg="addSp delSp modSp mod">
        <pc:chgData name="Yoder, Jason" userId="28f4d4d8-da04-4f86-b14d-a21675737bc5" providerId="ADAL" clId="{B1D43A75-6AD4-4167-A650-7E69F9FBF595}" dt="2023-10-16T01:50:16.803" v="660" actId="1076"/>
        <pc:sldMkLst>
          <pc:docMk/>
          <pc:sldMk cId="2808992108" sldId="336"/>
        </pc:sldMkLst>
        <pc:spChg chg="mod">
          <ac:chgData name="Yoder, Jason" userId="28f4d4d8-da04-4f86-b14d-a21675737bc5" providerId="ADAL" clId="{B1D43A75-6AD4-4167-A650-7E69F9FBF595}" dt="2023-10-16T01:49:52.574" v="652" actId="27636"/>
          <ac:spMkLst>
            <pc:docMk/>
            <pc:sldMk cId="2808992108" sldId="336"/>
            <ac:spMk id="3" creationId="{7FB6827D-9B94-60EB-24C5-FE003D6BBF7E}"/>
          </ac:spMkLst>
        </pc:spChg>
        <pc:spChg chg="add del">
          <ac:chgData name="Yoder, Jason" userId="28f4d4d8-da04-4f86-b14d-a21675737bc5" providerId="ADAL" clId="{B1D43A75-6AD4-4167-A650-7E69F9FBF595}" dt="2023-10-16T01:50:06.915" v="655" actId="478"/>
          <ac:spMkLst>
            <pc:docMk/>
            <pc:sldMk cId="2808992108" sldId="336"/>
            <ac:spMk id="6" creationId="{12279FD4-840C-D548-313E-0814E12B9E4A}"/>
          </ac:spMkLst>
        </pc:spChg>
        <pc:picChg chg="del">
          <ac:chgData name="Yoder, Jason" userId="28f4d4d8-da04-4f86-b14d-a21675737bc5" providerId="ADAL" clId="{B1D43A75-6AD4-4167-A650-7E69F9FBF595}" dt="2023-10-16T01:49:57.660" v="653" actId="478"/>
          <ac:picMkLst>
            <pc:docMk/>
            <pc:sldMk cId="2808992108" sldId="336"/>
            <ac:picMk id="5" creationId="{C919835D-657C-8DA8-81AF-8C6263D50E7F}"/>
          </ac:picMkLst>
        </pc:picChg>
        <pc:picChg chg="add mod">
          <ac:chgData name="Yoder, Jason" userId="28f4d4d8-da04-4f86-b14d-a21675737bc5" providerId="ADAL" clId="{B1D43A75-6AD4-4167-A650-7E69F9FBF595}" dt="2023-10-16T01:50:16.803" v="660" actId="1076"/>
          <ac:picMkLst>
            <pc:docMk/>
            <pc:sldMk cId="2808992108" sldId="336"/>
            <ac:picMk id="8" creationId="{0B87344A-C2D1-FC53-E136-0EEE40F23618}"/>
          </ac:picMkLst>
        </pc:picChg>
      </pc:sldChg>
      <pc:sldChg chg="addSp modSp mod">
        <pc:chgData name="Yoder, Jason" userId="28f4d4d8-da04-4f86-b14d-a21675737bc5" providerId="ADAL" clId="{B1D43A75-6AD4-4167-A650-7E69F9FBF595}" dt="2023-10-16T01:48:30.980" v="636" actId="1076"/>
        <pc:sldMkLst>
          <pc:docMk/>
          <pc:sldMk cId="1678538564" sldId="341"/>
        </pc:sldMkLst>
        <pc:spChg chg="mod">
          <ac:chgData name="Yoder, Jason" userId="28f4d4d8-da04-4f86-b14d-a21675737bc5" providerId="ADAL" clId="{B1D43A75-6AD4-4167-A650-7E69F9FBF595}" dt="2023-10-16T01:48:27.406" v="635" actId="14100"/>
          <ac:spMkLst>
            <pc:docMk/>
            <pc:sldMk cId="1678538564" sldId="341"/>
            <ac:spMk id="2" creationId="{00000000-0000-0000-0000-000000000000}"/>
          </ac:spMkLst>
        </pc:spChg>
        <pc:picChg chg="add mod">
          <ac:chgData name="Yoder, Jason" userId="28f4d4d8-da04-4f86-b14d-a21675737bc5" providerId="ADAL" clId="{B1D43A75-6AD4-4167-A650-7E69F9FBF595}" dt="2023-10-16T01:48:30.980" v="636" actId="1076"/>
          <ac:picMkLst>
            <pc:docMk/>
            <pc:sldMk cId="1678538564" sldId="341"/>
            <ac:picMk id="4" creationId="{F3BA576A-037E-6236-4AA4-673AEB785794}"/>
          </ac:picMkLst>
        </pc:picChg>
        <pc:picChg chg="add mod modCrop">
          <ac:chgData name="Yoder, Jason" userId="28f4d4d8-da04-4f86-b14d-a21675737bc5" providerId="ADAL" clId="{B1D43A75-6AD4-4167-A650-7E69F9FBF595}" dt="2023-10-16T01:48:22.196" v="634" actId="732"/>
          <ac:picMkLst>
            <pc:docMk/>
            <pc:sldMk cId="1678538564" sldId="341"/>
            <ac:picMk id="6" creationId="{ABABD78C-7103-9F49-F32A-D4B0F33704E7}"/>
          </ac:picMkLst>
        </pc:picChg>
      </pc:sldChg>
      <pc:sldChg chg="mod modShow">
        <pc:chgData name="Yoder, Jason" userId="28f4d4d8-da04-4f86-b14d-a21675737bc5" providerId="ADAL" clId="{B1D43A75-6AD4-4167-A650-7E69F9FBF595}" dt="2023-10-16T01:48:55.152" v="647" actId="729"/>
        <pc:sldMkLst>
          <pc:docMk/>
          <pc:sldMk cId="1929454314" sldId="342"/>
        </pc:sldMkLst>
      </pc:sldChg>
      <pc:sldChg chg="addSp delSp modSp new mod modNotesTx">
        <pc:chgData name="Yoder, Jason" userId="28f4d4d8-da04-4f86-b14d-a21675737bc5" providerId="ADAL" clId="{B1D43A75-6AD4-4167-A650-7E69F9FBF595}" dt="2023-10-16T00:44:30.423" v="615" actId="20577"/>
        <pc:sldMkLst>
          <pc:docMk/>
          <pc:sldMk cId="1452699708" sldId="343"/>
        </pc:sldMkLst>
        <pc:spChg chg="mod">
          <ac:chgData name="Yoder, Jason" userId="28f4d4d8-da04-4f86-b14d-a21675737bc5" providerId="ADAL" clId="{B1D43A75-6AD4-4167-A650-7E69F9FBF595}" dt="2023-10-16T00:40:54.249" v="58" actId="1076"/>
          <ac:spMkLst>
            <pc:docMk/>
            <pc:sldMk cId="1452699708" sldId="343"/>
            <ac:spMk id="2" creationId="{FFE723EE-6F48-98D0-2E8C-6BD245FD164D}"/>
          </ac:spMkLst>
        </pc:spChg>
        <pc:spChg chg="del">
          <ac:chgData name="Yoder, Jason" userId="28f4d4d8-da04-4f86-b14d-a21675737bc5" providerId="ADAL" clId="{B1D43A75-6AD4-4167-A650-7E69F9FBF595}" dt="2023-10-16T00:38:50.598" v="13" actId="478"/>
          <ac:spMkLst>
            <pc:docMk/>
            <pc:sldMk cId="1452699708" sldId="343"/>
            <ac:spMk id="3" creationId="{ED7674DE-1DB6-B6DF-3E33-DE26E386837E}"/>
          </ac:spMkLst>
        </pc:spChg>
        <pc:spChg chg="add mod">
          <ac:chgData name="Yoder, Jason" userId="28f4d4d8-da04-4f86-b14d-a21675737bc5" providerId="ADAL" clId="{B1D43A75-6AD4-4167-A650-7E69F9FBF595}" dt="2023-10-16T00:41:26.081" v="68" actId="1076"/>
          <ac:spMkLst>
            <pc:docMk/>
            <pc:sldMk cId="1452699708" sldId="343"/>
            <ac:spMk id="7" creationId="{C1745302-9E59-0F7F-1EBB-DB688A5EF2D1}"/>
          </ac:spMkLst>
        </pc:spChg>
        <pc:picChg chg="add del mod">
          <ac:chgData name="Yoder, Jason" userId="28f4d4d8-da04-4f86-b14d-a21675737bc5" providerId="ADAL" clId="{B1D43A75-6AD4-4167-A650-7E69F9FBF595}" dt="2023-10-16T00:39:41.827" v="39" actId="478"/>
          <ac:picMkLst>
            <pc:docMk/>
            <pc:sldMk cId="1452699708" sldId="343"/>
            <ac:picMk id="5" creationId="{1B723502-DDC5-6622-34CD-47B9A34FED21}"/>
          </ac:picMkLst>
        </pc:picChg>
        <pc:picChg chg="add mod">
          <ac:chgData name="Yoder, Jason" userId="28f4d4d8-da04-4f86-b14d-a21675737bc5" providerId="ADAL" clId="{B1D43A75-6AD4-4167-A650-7E69F9FBF595}" dt="2023-10-16T00:40:55.666" v="59" actId="1076"/>
          <ac:picMkLst>
            <pc:docMk/>
            <pc:sldMk cId="1452699708" sldId="343"/>
            <ac:picMk id="9" creationId="{B9622E93-0F20-E8A0-8B98-C6D68C2B56AD}"/>
          </ac:picMkLst>
        </pc:picChg>
        <pc:picChg chg="add mod">
          <ac:chgData name="Yoder, Jason" userId="28f4d4d8-da04-4f86-b14d-a21675737bc5" providerId="ADAL" clId="{B1D43A75-6AD4-4167-A650-7E69F9FBF595}" dt="2023-10-16T00:41:15.768" v="67" actId="1076"/>
          <ac:picMkLst>
            <pc:docMk/>
            <pc:sldMk cId="1452699708" sldId="343"/>
            <ac:picMk id="11" creationId="{9AEF6851-404B-4BC1-8092-166C5B628DF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2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9396" y="2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68AFFCC9-E980-4A2E-8F84-91052C1F2C22}" type="datetime1">
              <a:rPr lang="en-US"/>
              <a:pPr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2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9396" y="8829123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F41AE4A4-4012-4846-B3D6-5232032A83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85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2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903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C4411CED-79EF-4046-B79B-F8927B54B6B0}" type="datetime1">
              <a:rPr lang="en-US"/>
              <a:pPr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8500"/>
            <a:ext cx="4646613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795" tIns="44898" rIns="89795" bIns="4489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8482" y="4416100"/>
            <a:ext cx="5504853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2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903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36B4252A-5ADE-4726-AF7E-E9EADC640C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039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E80923-F7EC-45E2-B35F-158817089866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50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Consider drawing a single diagram on the board showing separate thread of execution</a:t>
            </a:r>
            <a:r>
              <a:rPr lang="en-US" baseline="0"/>
              <a:t> as lines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Ask students: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Imagine a list gets changed while you try to move through it,</a:t>
            </a:r>
            <a:r>
              <a:rPr lang="en-US" baseline="0"/>
              <a:t> what could go wrong?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/>
              <a:t>Read from bad location in memory, get into infinite loop, double visit, skip, etc.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175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7737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8521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rPr>
              <a:t> * In this exercise, we develop each of these ideas.</a:t>
            </a:r>
          </a:p>
          <a:p>
            <a:r>
              <a:rPr lang="en-US" sz="1200" kern="1200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rPr>
              <a:t> * 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rPr>
              <a:t>TODO: Replace the loop with button input to advance one tick.</a:t>
            </a:r>
          </a:p>
          <a:p>
            <a:r>
              <a:rPr lang="en-US" sz="1200" kern="1200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rPr>
              <a:t> * 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rPr>
              <a:t>TODO: Replace the button with a timer.</a:t>
            </a:r>
          </a:p>
          <a:p>
            <a:r>
              <a:rPr lang="en-US" sz="1200" kern="1200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rPr>
              <a:t> * 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rPr>
              <a:t>TODO: Make the button change the direction of motion.</a:t>
            </a:r>
          </a:p>
          <a:p>
            <a:r>
              <a:rPr lang="en-US" sz="1200" kern="1200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rPr>
              <a:t> * 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rPr>
              <a:t>TODO: Add falling raindrops.</a:t>
            </a:r>
          </a:p>
          <a:p>
            <a:r>
              <a:rPr lang="en-US" sz="1200" kern="1200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rPr>
              <a:t> * </a:t>
            </a:r>
            <a:r>
              <a:rPr lang="en-US" sz="1200" b="1" kern="1200">
                <a:solidFill>
                  <a:schemeClr val="tx1"/>
                </a:solidFill>
                <a:latin typeface="+mn-lt"/>
                <a:ea typeface="ＭＳ Ｐゴシック" pitchFamily="-111" charset="-128"/>
                <a:cs typeface="ＭＳ Ｐゴシック" pitchFamily="-111" charset="-128"/>
              </a:rPr>
              <a:t>TODO: Make the box "catch" drops that hit it.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B4252A-5ADE-4726-AF7E-E9EADC640C8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59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E5DC-7A70-4CAB-B8CA-FD7CFBA6DDCF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279A9-3DEE-405E-A3ED-1337E6526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6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03A8-3A50-4824-93B1-5AB2817A85E6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FD1A-4189-457E-B97C-F61512EFD4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78C3-2E3E-4EDD-A8FC-A11FEA9CDF04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0310-F82F-4A8F-9F78-25E7EF6436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6738-AE48-490E-BA60-16B31C3E5798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2F2D-BD7E-4068-B307-13356AE7A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0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7309-80BC-4890-B91A-AB9885E172E5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C143-3083-4165-877B-73F388BB2A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26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6A63-0F78-4E9D-81E4-A84E1F25A0A3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45B1-AB7B-41C8-8F02-97E53B401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3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FF9E9-979C-4422-A1BB-1DC64426F0DA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4611-C3B2-4DA2-BEBE-7E1D4A958E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56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020D-910B-4676-A902-AD52382F28B6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050B1-62D7-446A-A93A-BF045FB723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7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FF79-924D-47D6-A727-6A03000C0C91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942E-C3EC-459D-A3C4-71A098A989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5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58A64-F6CF-4D4F-A14E-4E9A6689521C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6D9-6568-4CC7-A897-8E442FE2D5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5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61FD-7946-4EF3-8B09-2E96C5099CE1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5F2C-5211-44E5-BB1B-6C1BB3133E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9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E304D-C692-4D58-A925-D35D66927263}" type="datetime1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1AF9C-A98B-4538-9C1F-470DAC7B20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2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0" r:id="rId1"/>
    <p:sldLayoutId id="2147484631" r:id="rId2"/>
    <p:sldLayoutId id="2147484632" r:id="rId3"/>
    <p:sldLayoutId id="2147484633" r:id="rId4"/>
    <p:sldLayoutId id="2147484634" r:id="rId5"/>
    <p:sldLayoutId id="2147484635" r:id="rId6"/>
    <p:sldLayoutId id="2147484636" r:id="rId7"/>
    <p:sldLayoutId id="2147484637" r:id="rId8"/>
    <p:sldLayoutId id="2147484638" r:id="rId9"/>
    <p:sldLayoutId id="2147484639" r:id="rId10"/>
    <p:sldLayoutId id="214748464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685800" y="1433168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 dirty="0"/>
              <a:t>CSSE 220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subTitle" idx="1"/>
          </p:nvPr>
        </p:nvSpPr>
        <p:spPr>
          <a:xfrm>
            <a:off x="1371600" y="3188943"/>
            <a:ext cx="6400800" cy="1752600"/>
          </a:xfrm>
        </p:spPr>
        <p:txBody>
          <a:bodyPr>
            <a:normAutofit/>
          </a:bodyPr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Main Game Loop with Timers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Just-in-time Final Project Preparation</a:t>
            </a:r>
          </a:p>
          <a:p>
            <a:pPr lvl="1"/>
            <a:r>
              <a:rPr lang="en-US" dirty="0"/>
              <a:t>Learn how to avoid common project errors</a:t>
            </a:r>
          </a:p>
          <a:p>
            <a:pPr lvl="1"/>
            <a:r>
              <a:rPr lang="en-US" dirty="0"/>
              <a:t>Learn how to setup a timer to create events</a:t>
            </a:r>
          </a:p>
          <a:p>
            <a:pPr lvl="2"/>
            <a:r>
              <a:rPr lang="en-US" dirty="0"/>
              <a:t>Practice with live-coding</a:t>
            </a:r>
          </a:p>
          <a:p>
            <a:pPr lvl="1"/>
            <a:r>
              <a:rPr lang="en-US" dirty="0"/>
              <a:t>Practice interaction between game elements</a:t>
            </a:r>
          </a:p>
          <a:p>
            <a:pPr lvl="1"/>
            <a:r>
              <a:rPr lang="en-US" dirty="0"/>
              <a:t>More practice with file I/O</a:t>
            </a:r>
          </a:p>
        </p:txBody>
      </p:sp>
    </p:spTree>
    <p:extLst>
      <p:ext uri="{BB962C8B-B14F-4D97-AF65-F5344CB8AC3E}">
        <p14:creationId xmlns:p14="http://schemas.microsoft.com/office/powerpoint/2010/main" val="141267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156" y="1392238"/>
            <a:ext cx="8413044" cy="4779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Computers can run more than one thread of execution at the same time</a:t>
            </a:r>
          </a:p>
          <a:p>
            <a:pPr lvl="1"/>
            <a:r>
              <a:rPr lang="en-US" dirty="0"/>
              <a:t>Even single core processor can simulate this by timesharing (more about this in future courses)</a:t>
            </a:r>
            <a:endParaRPr lang="en-US" dirty="0">
              <a:cs typeface="Calibri"/>
            </a:endParaRPr>
          </a:p>
          <a:p>
            <a:r>
              <a:rPr lang="en-US" dirty="0"/>
              <a:t>Main starts every Java program</a:t>
            </a:r>
            <a:endParaRPr lang="en-US" dirty="0">
              <a:cs typeface="Calibri"/>
            </a:endParaRPr>
          </a:p>
          <a:p>
            <a:r>
              <a:rPr lang="en-US" dirty="0"/>
              <a:t>Graphics start a </a:t>
            </a:r>
            <a:r>
              <a:rPr lang="en-US" i="1" dirty="0"/>
              <a:t>separate</a:t>
            </a:r>
            <a:r>
              <a:rPr lang="en-US" dirty="0"/>
              <a:t> thread</a:t>
            </a:r>
            <a:endParaRPr lang="en-US" dirty="0">
              <a:cs typeface="Calibri"/>
            </a:endParaRPr>
          </a:p>
          <a:p>
            <a:r>
              <a:rPr lang="en-US" dirty="0"/>
              <a:t>Multiple threads can create painful problems 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Can be hard to debug (race conditions, </a:t>
            </a:r>
            <a:r>
              <a:rPr lang="en-US" dirty="0" err="1"/>
              <a:t>ConcurrentModificationException</a:t>
            </a:r>
            <a:r>
              <a:rPr lang="en-US" dirty="0"/>
              <a:t>)</a:t>
            </a:r>
          </a:p>
          <a:p>
            <a:pPr lvl="1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683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/>
              <a:t>'s and Graphics'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525963"/>
          </a:xfrm>
        </p:spPr>
        <p:txBody>
          <a:bodyPr>
            <a:normAutofit/>
          </a:bodyPr>
          <a:lstStyle/>
          <a:p>
            <a:r>
              <a:rPr lang="en-US" sz="1800"/>
              <a:t>Every program starts in 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1800"/>
              <a:t> and begins executing one statement at a time</a:t>
            </a:r>
          </a:p>
          <a:p>
            <a:r>
              <a:rPr lang="en-US" sz="1800"/>
              <a:t>When a </a:t>
            </a:r>
            <a:r>
              <a:rPr lang="en-US" sz="1800" err="1"/>
              <a:t>JFrame</a:t>
            </a:r>
            <a:r>
              <a:rPr lang="en-US" sz="1800"/>
              <a:t> is created there is a second thread that starts running (at the same time, i.e., in parallel) and it will continue to run even if our 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1800"/>
              <a:t> thread completes exits</a:t>
            </a:r>
          </a:p>
          <a:p>
            <a:r>
              <a:rPr lang="en-US" sz="1800"/>
              <a:t>The setting for JFrame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setDefaultCloseOperation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/>
              <a:t> determines if the Java Graphics thread continues to run after closing the window.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791200" y="2286000"/>
            <a:ext cx="0" cy="2514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696200" y="3200400"/>
            <a:ext cx="0" cy="251460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791200" y="3200400"/>
            <a:ext cx="1905000" cy="21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76800" y="1915795"/>
            <a:ext cx="2895600" cy="40011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's</a:t>
            </a:r>
            <a:r>
              <a:rPr lang="en-US" sz="2000"/>
              <a:t> t</a:t>
            </a:r>
            <a:r>
              <a:rPr lang="en-US"/>
              <a:t>hread of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14600"/>
            <a:ext cx="1981200" cy="64633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Java Graphics' </a:t>
            </a:r>
          </a:p>
          <a:p>
            <a:r>
              <a:rPr lang="en-US"/>
              <a:t>thread of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1264" y="5941497"/>
            <a:ext cx="3256923" cy="36933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err="1"/>
              <a:t>JFrame.EXIT_ON_CLOSE</a:t>
            </a: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378321-E52F-D840-9E9C-E55E5925DFCE}"/>
              </a:ext>
            </a:extLst>
          </p:cNvPr>
          <p:cNvCxnSpPr/>
          <p:nvPr/>
        </p:nvCxnSpPr>
        <p:spPr>
          <a:xfrm>
            <a:off x="4724400" y="1752600"/>
            <a:ext cx="0" cy="4114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96C13BC-A8EA-944E-A56E-46FCB853DF6F}"/>
              </a:ext>
            </a:extLst>
          </p:cNvPr>
          <p:cNvSpPr txBox="1"/>
          <p:nvPr/>
        </p:nvSpPr>
        <p:spPr>
          <a:xfrm>
            <a:off x="4343400" y="1447800"/>
            <a:ext cx="689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50313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Concurrent Modification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Happens when you try to change something that is being used</a:t>
            </a:r>
          </a:p>
          <a:p>
            <a:r>
              <a:rPr lang="en-US"/>
              <a:t>Example:</a:t>
            </a:r>
          </a:p>
          <a:p>
            <a:pPr lvl="1"/>
            <a:r>
              <a:rPr lang="en-US"/>
              <a:t>Removing something from a list while the list is itself being iterated through (drawing/updating)</a:t>
            </a:r>
          </a:p>
          <a:p>
            <a:r>
              <a:rPr lang="en-US"/>
              <a:t>Why?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543300" y="4583759"/>
            <a:ext cx="0" cy="2033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5460442" y="4765403"/>
            <a:ext cx="0" cy="1851373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3543300" y="4765403"/>
            <a:ext cx="1905000" cy="21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28900" y="4213554"/>
            <a:ext cx="1981200" cy="36933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Main 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0442" y="4396071"/>
            <a:ext cx="2533023" cy="36933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Java Graphics Thread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3854" y="5572602"/>
            <a:ext cx="2222361" cy="36933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err="1"/>
              <a:t>myList.remove</a:t>
            </a:r>
            <a:r>
              <a:rPr lang="en-US"/>
              <a:t>(0);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2585" y="5290141"/>
            <a:ext cx="2533023" cy="92333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for (Item </a:t>
            </a:r>
            <a:r>
              <a:rPr lang="en-US" err="1"/>
              <a:t>item</a:t>
            </a:r>
            <a:r>
              <a:rPr lang="en-US"/>
              <a:t>: </a:t>
            </a:r>
            <a:r>
              <a:rPr lang="en-US" err="1"/>
              <a:t>myList</a:t>
            </a:r>
            <a:r>
              <a:rPr lang="en-US"/>
              <a:t>){</a:t>
            </a:r>
          </a:p>
          <a:p>
            <a:r>
              <a:rPr lang="en-US"/>
              <a:t>   </a:t>
            </a:r>
            <a:r>
              <a:rPr lang="en-US" err="1"/>
              <a:t>item.draw</a:t>
            </a:r>
            <a:r>
              <a:rPr lang="en-US"/>
              <a:t>();</a:t>
            </a:r>
          </a:p>
          <a:p>
            <a:r>
              <a:rPr lang="en-US"/>
              <a:t>}</a:t>
            </a:r>
          </a:p>
        </p:txBody>
      </p:sp>
      <p:sp>
        <p:nvSpPr>
          <p:cNvPr id="16" name="Oval 15"/>
          <p:cNvSpPr/>
          <p:nvPr/>
        </p:nvSpPr>
        <p:spPr>
          <a:xfrm>
            <a:off x="5368332" y="5657175"/>
            <a:ext cx="184220" cy="1892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456215" y="5674546"/>
            <a:ext cx="184220" cy="189262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>
            <a:stCxn id="18" idx="6"/>
            <a:endCxn id="16" idx="2"/>
          </p:cNvCxnSpPr>
          <p:nvPr/>
        </p:nvCxnSpPr>
        <p:spPr>
          <a:xfrm flipV="1">
            <a:off x="3640435" y="5751806"/>
            <a:ext cx="1727897" cy="1737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7-Point Star 20"/>
          <p:cNvSpPr/>
          <p:nvPr/>
        </p:nvSpPr>
        <p:spPr>
          <a:xfrm>
            <a:off x="4211935" y="5446638"/>
            <a:ext cx="685800" cy="627705"/>
          </a:xfrm>
          <a:prstGeom prst="star7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97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US" sz="4000" i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00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err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  <a:endParaRPr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79EFDE-B945-42DA-9AA8-1AA0D446E4F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553200" y="6406785"/>
            <a:ext cx="2133600" cy="26425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45720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91440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37160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82880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228600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74320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320040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365760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fld id="{86CB4B4D-7CA3-9044-876B-883B54F8677D}" type="slidenum">
              <a:rPr lang="en-US" smtClean="0"/>
              <a:pPr lvl="0"/>
              <a:t>6</a:t>
            </a:fld>
            <a:endParaRPr lang="en-US"/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BC72E322-86AA-A647-AD55-EC7E24C25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1176244"/>
            <a:ext cx="7726680" cy="53857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US" sz="4000" i="1" dirty="0">
                <a:latin typeface="Arial" panose="020B0604020202020204" pitchFamily="34" charset="0"/>
                <a:cs typeface="Arial" panose="020B0604020202020204" pitchFamily="34" charset="0"/>
              </a:rPr>
              <a:t>Concurrent Modification</a:t>
            </a:r>
            <a:endParaRPr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79EFDE-B945-42DA-9AA8-1AA0D446E4F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553200" y="6406785"/>
            <a:ext cx="2133600" cy="26425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457200"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914400"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371600"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828800"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2286000"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743200"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3200400"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3657600"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fld id="{86CB4B4D-7CA3-9044-876B-883B54F8677D}" type="slidenum">
              <a:rPr lang="en-US" smtClean="0"/>
              <a:pPr lvl="0"/>
              <a:t>7</a:t>
            </a:fld>
            <a:endParaRPr lang="en-US"/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353A7CE-EB86-A841-B194-E67EB34A9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0" y="857956"/>
            <a:ext cx="6904655" cy="37027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4E3821-2B85-3C4E-ADDE-73F6368B9670}"/>
              </a:ext>
            </a:extLst>
          </p:cNvPr>
          <p:cNvSpPr txBox="1"/>
          <p:nvPr/>
        </p:nvSpPr>
        <p:spPr>
          <a:xfrm>
            <a:off x="7145867" y="925688"/>
            <a:ext cx="1794933" cy="277706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rm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This is a problem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for enhanced </a:t>
            </a:r>
            <a:r>
              <a:rPr kumimoji="0" lang="en-US" sz="1800" b="0" i="1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kumimoji="0" lang="en-US" sz="18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because length of 'a' has changed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But enhanced </a:t>
            </a:r>
            <a:r>
              <a:rPr kumimoji="0" lang="en-US" sz="1800" b="0" i="1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kumimoji="0" lang="en-US" sz="18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 is still using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rPr>
              <a:t>original length of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i="0">
                <a:solidFill>
                  <a:srgbClr val="000000"/>
                </a:solidFill>
              </a:rPr>
              <a:t>'a'</a:t>
            </a: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8C8E5F70-F0A5-5A46-B1C6-F04B7F7D3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89" y="4583288"/>
            <a:ext cx="7809736" cy="217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8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alternative to a thread that waits/sleeps</a:t>
            </a:r>
          </a:p>
          <a:p>
            <a:r>
              <a:rPr lang="en-US" dirty="0"/>
              <a:t>Creates events periodically</a:t>
            </a:r>
          </a:p>
          <a:p>
            <a:r>
              <a:rPr lang="en-US" dirty="0"/>
              <a:t>Allows main thread to finish</a:t>
            </a:r>
          </a:p>
          <a:p>
            <a:r>
              <a:rPr lang="en-US" dirty="0"/>
              <a:t>Designed to work in same thread as graphics</a:t>
            </a:r>
          </a:p>
          <a:p>
            <a:r>
              <a:rPr lang="en-US" dirty="0"/>
              <a:t>Superior approach for final project if game state needs to update automatically</a:t>
            </a:r>
          </a:p>
          <a:p>
            <a:pPr lvl="1"/>
            <a:r>
              <a:rPr lang="en-US" dirty="0"/>
              <a:t>not just after user actions</a:t>
            </a:r>
          </a:p>
          <a:p>
            <a:r>
              <a:rPr lang="en-US" dirty="0"/>
              <a:t>Similar functionality required for GARP</a:t>
            </a:r>
          </a:p>
        </p:txBody>
      </p:sp>
    </p:spTree>
    <p:extLst>
      <p:ext uri="{BB962C8B-B14F-4D97-AF65-F5344CB8AC3E}">
        <p14:creationId xmlns:p14="http://schemas.microsoft.com/office/powerpoint/2010/main" val="1386020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/>
              <a:t>Timer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2301922" y="1505298"/>
            <a:ext cx="0" cy="1548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</p:cNvCxnSpPr>
          <p:nvPr/>
        </p:nvCxnSpPr>
        <p:spPr>
          <a:xfrm>
            <a:off x="4191000" y="2438400"/>
            <a:ext cx="0" cy="3942766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2299741" y="2438400"/>
            <a:ext cx="18912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23999" y="1107798"/>
            <a:ext cx="1447801" cy="36933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/>
              <a:t> thread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0" y="1828800"/>
            <a:ext cx="2539873" cy="38100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Java Graphics Thread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4000" y="3124200"/>
            <a:ext cx="1495269" cy="48946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Exit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>
            <a:off x="4343400" y="2753769"/>
            <a:ext cx="963407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4363387" y="4125369"/>
            <a:ext cx="963407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34000" y="3820569"/>
            <a:ext cx="3505200" cy="954107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advanceOneTick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 {    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myComponent.updateState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myComponent.drawScreen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4343400" y="5425231"/>
            <a:ext cx="963407" cy="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95400" y="3972969"/>
            <a:ext cx="2518348" cy="36933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Each tick of the Timer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 flipV="1">
            <a:off x="3733800" y="2753769"/>
            <a:ext cx="609600" cy="1371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>
            <a:off x="3733800" y="4125369"/>
            <a:ext cx="6295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cxnSpLocks/>
          </p:cNvCxnSpPr>
          <p:nvPr/>
        </p:nvCxnSpPr>
        <p:spPr>
          <a:xfrm>
            <a:off x="3733800" y="4125369"/>
            <a:ext cx="609600" cy="1295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2E092D7-FF4F-184D-875F-D6653C5F9CFB}"/>
              </a:ext>
            </a:extLst>
          </p:cNvPr>
          <p:cNvSpPr txBox="1"/>
          <p:nvPr/>
        </p:nvSpPr>
        <p:spPr>
          <a:xfrm>
            <a:off x="5257800" y="2525169"/>
            <a:ext cx="3581400" cy="954107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advanceOneTick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 {    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myComponent.updateState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myComponent.drawScreen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AFDAB9-3EAD-0B4D-8208-E388102FB634}"/>
              </a:ext>
            </a:extLst>
          </p:cNvPr>
          <p:cNvSpPr txBox="1"/>
          <p:nvPr/>
        </p:nvSpPr>
        <p:spPr>
          <a:xfrm>
            <a:off x="5257800" y="5238166"/>
            <a:ext cx="3581400" cy="954107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advanceOneTick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 {    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myComponent.updateState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err="1">
                <a:latin typeface="Courier New" panose="02070309020205020404" pitchFamily="49" charset="0"/>
                <a:cs typeface="Courier New" panose="02070309020205020404" pitchFamily="49" charset="0"/>
              </a:rPr>
              <a:t>myComponent.drawScreen</a:t>
            </a:r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B32C3AA-63F0-A84E-B5B1-7E7D80710DB5}"/>
              </a:ext>
            </a:extLst>
          </p:cNvPr>
          <p:cNvCxnSpPr>
            <a:cxnSpLocks/>
          </p:cNvCxnSpPr>
          <p:nvPr/>
        </p:nvCxnSpPr>
        <p:spPr>
          <a:xfrm>
            <a:off x="685800" y="1066800"/>
            <a:ext cx="0" cy="5257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1A42C32-06E3-444C-A0DC-9F9B21A76217}"/>
              </a:ext>
            </a:extLst>
          </p:cNvPr>
          <p:cNvSpPr txBox="1"/>
          <p:nvPr/>
        </p:nvSpPr>
        <p:spPr>
          <a:xfrm>
            <a:off x="304800" y="762000"/>
            <a:ext cx="689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553843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Live-coding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/>
              <a:t>src</a:t>
            </a:r>
            <a:r>
              <a:rPr lang="en-US" i="1" dirty="0"/>
              <a:t>/</a:t>
            </a:r>
            <a:r>
              <a:rPr lang="en-US" i="1" dirty="0" err="1"/>
              <a:t>gameEventLoop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04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9CC447-D9E4-472B-8F77-5984014F62A7}">
  <ds:schemaRefs>
    <ds:schemaRef ds:uri="08600313-7276-4ca7-b5d3-7d86193ee0ac"/>
    <ds:schemaRef ds:uri="820f9cb1-409d-4c4b-8197-1d4f7dd4812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4EB4FC6-A2A2-40B0-A84A-BBFCE3674D6D}">
  <ds:schemaRefs>
    <ds:schemaRef ds:uri="08600313-7276-4ca7-b5d3-7d86193ee0ac"/>
    <ds:schemaRef ds:uri="820f9cb1-409d-4c4b-8197-1d4f7dd481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A7C915E-4009-47CE-94D4-97E75DE59B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2510</TotalTime>
  <Words>537</Words>
  <Application>Microsoft Office PowerPoint</Application>
  <PresentationFormat>On-screen Show (4:3)</PresentationFormat>
  <Paragraphs>89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Times New Roman</vt:lpstr>
      <vt:lpstr>Office Theme</vt:lpstr>
      <vt:lpstr>CSSE 220</vt:lpstr>
      <vt:lpstr>Objectives</vt:lpstr>
      <vt:lpstr>Threads</vt:lpstr>
      <vt:lpstr>main's and Graphics' Threads</vt:lpstr>
      <vt:lpstr>Concurrent Modification Exceptions</vt:lpstr>
      <vt:lpstr>for Loops and ArrayList</vt:lpstr>
      <vt:lpstr>Concurrent Modification</vt:lpstr>
      <vt:lpstr>Timer</vt:lpstr>
      <vt:lpstr>Timer</vt:lpstr>
      <vt:lpstr>Live-coding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52</cp:revision>
  <cp:lastPrinted>2015-10-26T14:31:05Z</cp:lastPrinted>
  <dcterms:created xsi:type="dcterms:W3CDTF">2011-02-07T04:01:01Z</dcterms:created>
  <dcterms:modified xsi:type="dcterms:W3CDTF">2025-10-20T20:34:57Z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0x0101004285D81DBE5F5A448E892B34D6B8CF20</vt:lpwstr>
  </property>
  <property fmtid="{D5CDD505-2E9C-101B-9397-08002B2CF9AE}" pid="4" name="MediaServiceImageTags">
    <vt:lpwstr/>
  </property>
</Properties>
</file>
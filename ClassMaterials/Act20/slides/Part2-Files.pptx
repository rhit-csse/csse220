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  <p:sldMasterId id="2147483674" r:id="rId5"/>
  </p:sldMasterIdLst>
  <p:notesMasterIdLst>
    <p:notesMasterId r:id="rId12"/>
  </p:notesMasterIdLst>
  <p:sldIdLst>
    <p:sldId id="261" r:id="rId6"/>
    <p:sldId id="274" r:id="rId7"/>
    <p:sldId id="275" r:id="rId8"/>
    <p:sldId id="263" r:id="rId9"/>
    <p:sldId id="276" r:id="rId10"/>
    <p:sldId id="273" r:id="rId11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6A6C2D-3B75-4625-BCE3-AB1572247D59}" v="1" dt="2021-10-27T00:03:53.927"/>
    <p1510:client id="{3CA9E018-0DC1-472C-BF6C-21E8829CD5D1}" v="1" dt="2022-02-03T16:12:51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90" d="100"/>
          <a:sy n="90" d="100"/>
        </p:scale>
        <p:origin x="12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al, Brady" userId="S::vealbw@rose-hulman.edu::cc9c1aa3-ba57-40ab-9ff7-da23774e28d1" providerId="AD" clId="Web-{1B6A6C2D-3B75-4625-BCE3-AB1572247D59}"/>
    <pc:docChg chg="sldOrd">
      <pc:chgData name="Veal, Brady" userId="S::vealbw@rose-hulman.edu::cc9c1aa3-ba57-40ab-9ff7-da23774e28d1" providerId="AD" clId="Web-{1B6A6C2D-3B75-4625-BCE3-AB1572247D59}" dt="2021-10-27T00:03:53.927" v="0"/>
      <pc:docMkLst>
        <pc:docMk/>
      </pc:docMkLst>
      <pc:sldChg chg="ord">
        <pc:chgData name="Veal, Brady" userId="S::vealbw@rose-hulman.edu::cc9c1aa3-ba57-40ab-9ff7-da23774e28d1" providerId="AD" clId="Web-{1B6A6C2D-3B75-4625-BCE3-AB1572247D59}" dt="2021-10-27T00:03:53.927" v="0"/>
        <pc:sldMkLst>
          <pc:docMk/>
          <pc:sldMk cId="0" sldId="263"/>
        </pc:sldMkLst>
      </pc:sldChg>
    </pc:docChg>
  </pc:docChgLst>
  <pc:docChgLst>
    <pc:chgData name="Hsin, Richard" userId="S::hsinr@rose-hulman.edu::559feb90-5486-44d3-8505-b8deb98abfbf" providerId="AD" clId="Web-{3CA9E018-0DC1-472C-BF6C-21E8829CD5D1}"/>
    <pc:docChg chg="modSld">
      <pc:chgData name="Hsin, Richard" userId="S::hsinr@rose-hulman.edu::559feb90-5486-44d3-8505-b8deb98abfbf" providerId="AD" clId="Web-{3CA9E018-0DC1-472C-BF6C-21E8829CD5D1}" dt="2022-02-03T16:12:51.598" v="0" actId="1076"/>
      <pc:docMkLst>
        <pc:docMk/>
      </pc:docMkLst>
      <pc:sldChg chg="modSp">
        <pc:chgData name="Hsin, Richard" userId="S::hsinr@rose-hulman.edu::559feb90-5486-44d3-8505-b8deb98abfbf" providerId="AD" clId="Web-{3CA9E018-0DC1-472C-BF6C-21E8829CD5D1}" dt="2022-02-03T16:12:51.598" v="0" actId="1076"/>
        <pc:sldMkLst>
          <pc:docMk/>
          <pc:sldMk cId="273765921" sldId="273"/>
        </pc:sldMkLst>
        <pc:spChg chg="mod">
          <ac:chgData name="Hsin, Richard" userId="S::hsinr@rose-hulman.edu::559feb90-5486-44d3-8505-b8deb98abfbf" providerId="AD" clId="Web-{3CA9E018-0DC1-472C-BF6C-21E8829CD5D1}" dt="2022-02-03T16:12:51.598" v="0" actId="1076"/>
          <ac:spMkLst>
            <pc:docMk/>
            <pc:sldMk cId="273765921" sldId="273"/>
            <ac:spMk id="5" creationId="{E9CE83B7-F2D7-4243-BBA8-5ADCF5AAF41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notes format</a:t>
            </a:r>
          </a:p>
        </p:txBody>
      </p:sp>
      <p:sp>
        <p:nvSpPr>
          <p:cNvPr id="109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&lt;header&gt;</a:t>
            </a:r>
          </a:p>
        </p:txBody>
      </p:sp>
      <p:sp>
        <p:nvSpPr>
          <p:cNvPr id="110" name="PlaceHolder 3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111" name="PlaceHolder 4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112" name="PlaceHolder 5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B630EBB8-CEB5-4E8D-9A06-06438377CF61}" type="slidenum"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7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819B2D56-A067-4F75-8E24-C71378F0A1C0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 baseline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2000" b="0" strike="noStrike" spc="-1" baseline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4D56FA17-A64E-4E1E-B65D-B09535FC0EA9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7475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 baseline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2000" b="0" strike="noStrike" spc="-1" baseline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4D56FA17-A64E-4E1E-B65D-B09535FC0EA9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8398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 baseline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2000" b="0" strike="noStrike" spc="-1" baseline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4D56FA17-A64E-4E1E-B65D-B09535FC0EA9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4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 baseline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2000" b="0" strike="noStrike" spc="-1" baseline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4D56FA17-A64E-4E1E-B65D-B09535FC0EA9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5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366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 baseline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2000" b="0" strike="noStrike" spc="-1" baseline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4D56FA17-A64E-4E1E-B65D-B09535FC0EA9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6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1964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0" name="Picture 69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71" name="Picture 70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06" name="Picture 105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107" name="Picture 106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CustomShape 1"/>
          <p:cNvSpPr/>
          <p:nvPr/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4000" b="1" strike="noStrike" cap="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Files and Exceptions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7" name="CustomShape 2"/>
          <p:cNvSpPr/>
          <p:nvPr/>
        </p:nvSpPr>
        <p:spPr>
          <a:xfrm>
            <a:off x="3922560" y="2932200"/>
            <a:ext cx="4570920" cy="145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Reading &amp; writing files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When the unexpected happens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457200" y="1313645"/>
            <a:ext cx="8228520" cy="48113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1080">
              <a:lnSpc>
                <a:spcPct val="150000"/>
              </a:lnSpc>
              <a:buClr>
                <a:srgbClr val="000000"/>
              </a:buClr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Classes used for opening files:</a:t>
            </a:r>
          </a:p>
          <a:p>
            <a:pPr marL="458280" indent="-4572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3200" b="1" strike="noStrike" spc="-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DejaVu Sans"/>
              </a:rPr>
              <a:t>File</a:t>
            </a:r>
            <a:br>
              <a:rPr lang="en-US" sz="3200" b="1" strike="noStrike" spc="-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DejaVu Sans"/>
              </a:rPr>
            </a:br>
            <a:r>
              <a:rPr lang="en-US" sz="24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 File object represents an actual file/directory on the disk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  <a:ea typeface="DejaVu Sans"/>
            </a:endParaRPr>
          </a:p>
          <a:p>
            <a:pPr marL="458280" indent="-4572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3200" b="1" strike="noStrike" spc="-1" err="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DejaVu Sans"/>
              </a:rPr>
              <a:t>FileReader</a:t>
            </a:r>
            <a:br>
              <a:rPr lang="en-US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</a:br>
            <a:r>
              <a:rPr lang="en-US" sz="24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Convenience class for reading character files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1" name="CustomShape 2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File I/O: Key Pieces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3347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457200" y="1313645"/>
            <a:ext cx="8228520" cy="48113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1080">
              <a:lnSpc>
                <a:spcPct val="150000"/>
              </a:lnSpc>
              <a:buClr>
                <a:srgbClr val="000000"/>
              </a:buClr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A Class used for reading an open file:</a:t>
            </a:r>
          </a:p>
          <a:p>
            <a:pPr marL="458280" indent="-4572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3200" b="1" strike="noStrike" spc="-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DejaVu Sans"/>
              </a:rPr>
              <a:t>Scanner</a:t>
            </a:r>
            <a:br>
              <a:rPr lang="en-US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</a:br>
            <a:r>
              <a:rPr lang="en-US" sz="24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 simple text scanner which can parse primitive types and strings using regular expressions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1" name="CustomShape 2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File I/O: Key Pieces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7213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457200" y="1313645"/>
            <a:ext cx="8228520" cy="48113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1080">
              <a:lnSpc>
                <a:spcPct val="150000"/>
              </a:lnSpc>
              <a:buClr>
                <a:srgbClr val="000000"/>
              </a:buClr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A Class that allow a user to pick a file:</a:t>
            </a:r>
          </a:p>
          <a:p>
            <a:pPr marL="458280" indent="-4572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3200" b="1" strike="noStrike" spc="-1" err="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DejaVu Sans"/>
              </a:rPr>
              <a:t>JFileChooser</a:t>
            </a:r>
            <a:br>
              <a:rPr lang="en-US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</a:br>
            <a:r>
              <a:rPr lang="en-US" sz="2400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JFileChooser</a:t>
            </a:r>
            <a:r>
              <a:rPr lang="en-US" sz="24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is a part of java Swing package. When invoked, it pops up a dialog box which allows the user to choose a file or a directory.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1" name="CustomShape 2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File I/O: Key Pieces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457200" y="1313645"/>
            <a:ext cx="8228520" cy="48113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1080">
              <a:lnSpc>
                <a:spcPct val="150000"/>
              </a:lnSpc>
              <a:buClr>
                <a:srgbClr val="000000"/>
              </a:buClr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A Class used for writing to an open file:</a:t>
            </a:r>
          </a:p>
          <a:p>
            <a:pPr marL="458280" indent="-4572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3200" b="1" strike="noStrike" spc="-1" err="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DejaVu Sans"/>
              </a:rPr>
              <a:t>PrintWriter</a:t>
            </a:r>
            <a:br>
              <a:rPr lang="en-US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</a:br>
            <a:r>
              <a:rPr lang="en-US" sz="24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Prints formatted representations of objects to a text-output stream including a file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1" name="CustomShape 2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File I/O: Key Pieces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9301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240030" y="1302215"/>
            <a:ext cx="3817620" cy="48113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1080">
              <a:lnSpc>
                <a:spcPct val="150000"/>
              </a:lnSpc>
              <a:buClr>
                <a:srgbClr val="000000"/>
              </a:buClr>
            </a:pPr>
            <a:r>
              <a:rPr lang="en-US" sz="32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Invoking t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he</a:t>
            </a:r>
            <a:r>
              <a:rPr lang="en-US" sz="32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</a:t>
            </a:r>
            <a:r>
              <a:rPr lang="en-US" sz="32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 panose="02070309020205020404" pitchFamily="49" charset="0"/>
                <a:ea typeface="DejaVu Sans"/>
                <a:cs typeface="Courier New" panose="02070309020205020404" pitchFamily="49" charset="0"/>
              </a:rPr>
              <a:t>close</a:t>
            </a:r>
            <a:r>
              <a:rPr lang="en-US" sz="32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method on:</a:t>
            </a:r>
          </a:p>
          <a:p>
            <a:pPr marL="458280" indent="-4572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3200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FileReader</a:t>
            </a:r>
            <a:r>
              <a:rPr lang="en-US" sz="32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objects</a:t>
            </a:r>
          </a:p>
          <a:p>
            <a:pPr marL="458280" indent="-4572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3200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PrintWriter</a:t>
            </a:r>
            <a:r>
              <a:rPr lang="en-US" sz="32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objects</a:t>
            </a:r>
          </a:p>
          <a:p>
            <a:pPr marL="458280" indent="-4572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32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Scanner objects</a:t>
            </a:r>
          </a:p>
          <a:p>
            <a:pPr marL="1080">
              <a:lnSpc>
                <a:spcPct val="150000"/>
              </a:lnSpc>
              <a:buClr>
                <a:srgbClr val="000000"/>
              </a:buClr>
            </a:pPr>
            <a:endParaRPr lang="en-US" sz="3200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  <a:ea typeface="DejaVu Sans"/>
            </a:endParaRPr>
          </a:p>
          <a:p>
            <a:pPr marL="1080">
              <a:lnSpc>
                <a:spcPct val="150000"/>
              </a:lnSpc>
              <a:buClr>
                <a:srgbClr val="000000"/>
              </a:buClr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  <a:ea typeface="DejaVu Sans"/>
            </a:endParaRPr>
          </a:p>
        </p:txBody>
      </p:sp>
      <p:sp>
        <p:nvSpPr>
          <p:cNvPr id="161" name="CustomShape 2"/>
          <p:cNvSpPr/>
          <p:nvPr/>
        </p:nvSpPr>
        <p:spPr>
          <a:xfrm>
            <a:off x="160986" y="171649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File I/O: Key Pieces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B943C0-77A8-D24A-B547-B9A827CA2F7A}"/>
              </a:ext>
            </a:extLst>
          </p:cNvPr>
          <p:cNvSpPr txBox="1"/>
          <p:nvPr/>
        </p:nvSpPr>
        <p:spPr>
          <a:xfrm>
            <a:off x="4057650" y="1627246"/>
            <a:ext cx="46863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Example:</a:t>
            </a:r>
          </a:p>
          <a:p>
            <a:endParaRPr lang="en-US"/>
          </a:p>
          <a:p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readFile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(String filename)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File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iFile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File(filename);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Scanner s1 = null;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s1 = new Scanner(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iFile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}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FileNotFoundException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e.printStackTrace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(s1.hasNextLine())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String line = s1.nextLine();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(line);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} // end while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s1.close();      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 //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readFile</a:t>
            </a:r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F18F415-C1CD-5D41-B371-9F616AE5E752}"/>
              </a:ext>
            </a:extLst>
          </p:cNvPr>
          <p:cNvSpPr/>
          <p:nvPr/>
        </p:nvSpPr>
        <p:spPr>
          <a:xfrm>
            <a:off x="4160520" y="5177790"/>
            <a:ext cx="1874520" cy="2743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DA0ACD-AB36-B145-A8D2-4CA99C2BECC1}"/>
              </a:ext>
            </a:extLst>
          </p:cNvPr>
          <p:cNvSpPr txBox="1"/>
          <p:nvPr/>
        </p:nvSpPr>
        <p:spPr>
          <a:xfrm>
            <a:off x="4206240" y="5943600"/>
            <a:ext cx="4937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Invoke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n-US"/>
              <a:t> when finished reading/writing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9CE83B7-F2D7-4243-BBA8-5ADCF5AAF410}"/>
              </a:ext>
            </a:extLst>
          </p:cNvPr>
          <p:cNvSpPr/>
          <p:nvPr/>
        </p:nvSpPr>
        <p:spPr>
          <a:xfrm>
            <a:off x="5814580" y="5429798"/>
            <a:ext cx="252079" cy="582930"/>
          </a:xfrm>
          <a:custGeom>
            <a:avLst/>
            <a:gdLst>
              <a:gd name="connsiteX0" fmla="*/ 0 w 252079"/>
              <a:gd name="connsiteY0" fmla="*/ 582930 h 582930"/>
              <a:gd name="connsiteX1" fmla="*/ 251460 w 252079"/>
              <a:gd name="connsiteY1" fmla="*/ 274320 h 582930"/>
              <a:gd name="connsiteX2" fmla="*/ 57150 w 252079"/>
              <a:gd name="connsiteY2" fmla="*/ 0 h 582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079" h="582930">
                <a:moveTo>
                  <a:pt x="0" y="582930"/>
                </a:moveTo>
                <a:cubicBezTo>
                  <a:pt x="120967" y="477202"/>
                  <a:pt x="241935" y="371475"/>
                  <a:pt x="251460" y="274320"/>
                </a:cubicBezTo>
                <a:cubicBezTo>
                  <a:pt x="260985" y="177165"/>
                  <a:pt x="159067" y="88582"/>
                  <a:pt x="5715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5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20f9cb1-409d-4c4b-8197-1d4f7dd48124" xsi:nil="true"/>
    <lcf76f155ced4ddcb4097134ff3c332f xmlns="08600313-7276-4ca7-b5d3-7d86193ee0a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5D81DBE5F5A448E892B34D6B8CF20" ma:contentTypeVersion="8" ma:contentTypeDescription="Create a new document." ma:contentTypeScope="" ma:versionID="ecce54155d2ea7caa9aed06c8b6b9867">
  <xsd:schema xmlns:xsd="http://www.w3.org/2001/XMLSchema" xmlns:xs="http://www.w3.org/2001/XMLSchema" xmlns:p="http://schemas.microsoft.com/office/2006/metadata/properties" xmlns:ns2="08600313-7276-4ca7-b5d3-7d86193ee0ac" xmlns:ns3="820f9cb1-409d-4c4b-8197-1d4f7dd48124" targetNamespace="http://schemas.microsoft.com/office/2006/metadata/properties" ma:root="true" ma:fieldsID="bfd7385540b70b2fe84ac888cc214377" ns2:_="" ns3:_="">
    <xsd:import namespace="08600313-7276-4ca7-b5d3-7d86193ee0ac"/>
    <xsd:import namespace="820f9cb1-409d-4c4b-8197-1d4f7dd481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00313-7276-4ca7-b5d3-7d86193ee0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1a83542-6b13-4414-947d-2211b265f7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f9cb1-409d-4c4b-8197-1d4f7dd4812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e4b8413-bde8-45bb-ad7f-2c4efb398c4d}" ma:internalName="TaxCatchAll" ma:showField="CatchAllData" ma:web="820f9cb1-409d-4c4b-8197-1d4f7dd48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FC3B7D-B65E-4987-BB53-770389051912}">
  <ds:schemaRefs>
    <ds:schemaRef ds:uri="http://schemas.microsoft.com/office/2006/metadata/properties"/>
    <ds:schemaRef ds:uri="http://schemas.microsoft.com/office/infopath/2007/PartnerControls"/>
    <ds:schemaRef ds:uri="820f9cb1-409d-4c4b-8197-1d4f7dd48124"/>
    <ds:schemaRef ds:uri="08600313-7276-4ca7-b5d3-7d86193ee0ac"/>
  </ds:schemaRefs>
</ds:datastoreItem>
</file>

<file path=customXml/itemProps2.xml><?xml version="1.0" encoding="utf-8"?>
<ds:datastoreItem xmlns:ds="http://schemas.openxmlformats.org/officeDocument/2006/customXml" ds:itemID="{C1D10581-B1EB-4E03-9C2C-9AE108FBD2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62AFD5-CB3C-4C6F-AD82-3DE59F8D90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00313-7276-4ca7-b5d3-7d86193ee0ac"/>
    <ds:schemaRef ds:uri="820f9cb1-409d-4c4b-8197-1d4f7dd48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284</Words>
  <Application>Microsoft Office PowerPoint</Application>
  <PresentationFormat>On-screen Show (4:3)</PresentationFormat>
  <Paragraphs>51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Courier New</vt:lpstr>
      <vt:lpstr>Lucida Sans Typewriter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RHIT CSSE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CSSE Faculty</dc:creator>
  <cp:keywords/>
  <dc:description/>
  <cp:lastModifiedBy>Ludden, Ian</cp:lastModifiedBy>
  <cp:revision>6</cp:revision>
  <cp:lastPrinted>2012-01-26T10:38:16Z</cp:lastPrinted>
  <dcterms:created xsi:type="dcterms:W3CDTF">2011-04-27T01:38:22Z</dcterms:created>
  <dcterms:modified xsi:type="dcterms:W3CDTF">2025-10-20T20:05:04Z</dcterms:modified>
  <cp:category/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12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18</vt:i4>
  </property>
  <property fmtid="{D5CDD505-2E9C-101B-9397-08002B2CF9AE}" pid="12" name="_TemplateID">
    <vt:lpwstr>TC101671231033</vt:lpwstr>
  </property>
  <property fmtid="{D5CDD505-2E9C-101B-9397-08002B2CF9AE}" pid="13" name="ContentTypeId">
    <vt:lpwstr>0x0101004285D81DBE5F5A448E892B34D6B8CF20</vt:lpwstr>
  </property>
</Properties>
</file>